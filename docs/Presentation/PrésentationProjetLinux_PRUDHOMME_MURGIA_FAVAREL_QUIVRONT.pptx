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61" r:id="rId2"/>
    <p:sldId id="265" r:id="rId3"/>
    <p:sldId id="263" r:id="rId4"/>
    <p:sldId id="264" r:id="rId5"/>
    <p:sldId id="266" r:id="rId6"/>
    <p:sldId id="267" r:id="rId7"/>
    <p:sldId id="269" r:id="rId8"/>
    <p:sldId id="268" r:id="rId9"/>
    <p:sldId id="270" r:id="rId10"/>
    <p:sldId id="262" r:id="rId11"/>
  </p:sldIdLst>
  <p:sldSz cx="9144000" cy="5143500" type="screen16x9"/>
  <p:notesSz cx="9918700" cy="68199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48">
          <p15:clr>
            <a:srgbClr val="A4A3A4"/>
          </p15:clr>
        </p15:guide>
        <p15:guide id="2" pos="312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E1051E"/>
    <a:srgbClr val="FCEAED"/>
    <a:srgbClr val="FBE1E5"/>
    <a:srgbClr val="164194"/>
    <a:srgbClr val="575757"/>
    <a:srgbClr val="78C8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1" autoAdjust="0"/>
    <p:restoredTop sz="94639" autoAdjust="0"/>
  </p:normalViewPr>
  <p:slideViewPr>
    <p:cSldViewPr snapToGrid="0" snapToObjects="1">
      <p:cViewPr>
        <p:scale>
          <a:sx n="300" d="100"/>
          <a:sy n="300" d="100"/>
        </p:scale>
        <p:origin x="-6806" y="-6394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85" d="100"/>
          <a:sy n="85" d="100"/>
        </p:scale>
        <p:origin x="1901" y="43"/>
      </p:cViewPr>
      <p:guideLst>
        <p:guide orient="horz" pos="2148"/>
        <p:guide pos="312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298103" cy="34099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618302" y="0"/>
            <a:ext cx="4298103" cy="34099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2F87AF-E203-8E44-9465-2D1B9AC0BA32}" type="datetimeFigureOut">
              <a:rPr lang="en-US" smtClean="0"/>
              <a:t>11/14/2025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477722"/>
            <a:ext cx="4298103" cy="34099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618302" y="6477722"/>
            <a:ext cx="4298103" cy="34099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083912-B25E-844A-95D0-EF5346E8CD86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248946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298103" cy="34099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5618302" y="0"/>
            <a:ext cx="4298103" cy="34099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0AEDB7-49A7-4A5A-9B08-538B841BEB27}" type="datetimeFigureOut">
              <a:rPr lang="fr-FR" smtClean="0"/>
              <a:t>14/11/2025</a:t>
            </a:fld>
            <a:endParaRPr lang="fr-FR" dirty="0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2686050" y="511175"/>
            <a:ext cx="4546600" cy="25574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 dirty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991870" y="3239453"/>
            <a:ext cx="7934960" cy="306895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6477722"/>
            <a:ext cx="4298103" cy="34099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5618302" y="6477722"/>
            <a:ext cx="4298103" cy="34099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3378BE-5971-43B2-8EBA-7814B119B468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089856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jp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utori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/>
          <p:cNvSpPr/>
          <p:nvPr userDrawn="1"/>
        </p:nvSpPr>
        <p:spPr>
          <a:xfrm>
            <a:off x="288000" y="864000"/>
            <a:ext cx="8568000" cy="108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ZoneTexte 35"/>
          <p:cNvSpPr txBox="1"/>
          <p:nvPr userDrawn="1"/>
        </p:nvSpPr>
        <p:spPr>
          <a:xfrm>
            <a:off x="297526" y="118191"/>
            <a:ext cx="6944102" cy="686315"/>
          </a:xfrm>
          <a:prstGeom prst="rect">
            <a:avLst/>
          </a:prstGeom>
        </p:spPr>
        <p:txBody>
          <a:bodyPr vert="horz" lIns="0" tIns="0" rIns="0" bIns="0" rtlCol="0">
            <a:normAutofit lnSpcReduction="10000"/>
          </a:bodyPr>
          <a:lstStyle>
            <a:lvl1pPr lvl="0" indent="0">
              <a:spcBef>
                <a:spcPct val="20000"/>
              </a:spcBef>
              <a:buFontTx/>
              <a:buNone/>
              <a:defRPr sz="2400" b="1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-216000">
              <a:spcBef>
                <a:spcPts val="0"/>
              </a:spcBef>
              <a:buFont typeface="Wingdings" charset="2"/>
              <a:buChar char="§"/>
              <a:defRPr sz="2000" baseline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576000" indent="0">
              <a:spcBef>
                <a:spcPts val="0"/>
              </a:spcBef>
              <a:buFont typeface="Arial"/>
              <a:buNone/>
              <a:defRPr sz="16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576000" indent="-216000">
              <a:spcBef>
                <a:spcPts val="0"/>
              </a:spcBef>
              <a:buFont typeface="Wingdings" charset="2"/>
              <a:buChar char="§"/>
              <a:defRPr sz="1600"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152000" indent="0">
              <a:spcBef>
                <a:spcPts val="0"/>
              </a:spcBef>
              <a:buFont typeface="Arial"/>
              <a:buNone/>
              <a:defRPr sz="1400">
                <a:solidFill>
                  <a:srgbClr val="57575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>
              <a:spcBef>
                <a:spcPct val="20000"/>
              </a:spcBef>
              <a:buFont typeface="Arial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/>
              <a:buChar char="•"/>
              <a:defRPr sz="2000"/>
            </a:lvl9pPr>
          </a:lstStyle>
          <a:p>
            <a:pPr lvl="0"/>
            <a:r>
              <a:rPr lang="fr-FR" dirty="0"/>
              <a:t>UTILISATION</a:t>
            </a:r>
            <a:r>
              <a:rPr lang="fr-FR" baseline="0" dirty="0"/>
              <a:t> DU MODÈLE POWERPOINT NAVAL GROUP</a:t>
            </a:r>
            <a:endParaRPr lang="fr-FR" sz="1400" b="0" dirty="0"/>
          </a:p>
        </p:txBody>
      </p:sp>
      <p:grpSp>
        <p:nvGrpSpPr>
          <p:cNvPr id="5" name="Groupe 4"/>
          <p:cNvGrpSpPr/>
          <p:nvPr userDrawn="1"/>
        </p:nvGrpSpPr>
        <p:grpSpPr>
          <a:xfrm>
            <a:off x="62361" y="888853"/>
            <a:ext cx="2616541" cy="1120272"/>
            <a:chOff x="287999" y="953968"/>
            <a:chExt cx="3337497" cy="1143056"/>
          </a:xfrm>
        </p:grpSpPr>
        <p:sp>
          <p:nvSpPr>
            <p:cNvPr id="30" name="ZoneTexte 29"/>
            <p:cNvSpPr txBox="1"/>
            <p:nvPr userDrawn="1"/>
          </p:nvSpPr>
          <p:spPr>
            <a:xfrm>
              <a:off x="287999" y="1214448"/>
              <a:ext cx="3337495" cy="882576"/>
            </a:xfrm>
            <a:prstGeom prst="rect">
              <a:avLst/>
            </a:prstGeom>
            <a:ln w="6350">
              <a:solidFill>
                <a:schemeClr val="tx1"/>
              </a:solidFill>
            </a:ln>
          </p:spPr>
          <p:txBody>
            <a:bodyPr vert="horz" lIns="72000" tIns="108000" rIns="72000" bIns="72000" rtlCol="0">
              <a:noAutofit/>
            </a:bodyPr>
            <a:lstStyle>
              <a:lvl1pPr marR="0" lvl="0" indent="0" fontAlgn="auto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000" b="0" baseline="0">
                  <a:solidFill>
                    <a:srgbClr val="575757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0" indent="-216000">
                <a:spcBef>
                  <a:spcPts val="0"/>
                </a:spcBef>
                <a:buFont typeface="Wingdings" charset="2"/>
                <a:buChar char="§"/>
                <a:defRPr sz="2000" baseline="0"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576000" indent="0">
                <a:spcBef>
                  <a:spcPts val="0"/>
                </a:spcBef>
                <a:buFont typeface="Arial"/>
                <a:buNone/>
                <a:defRPr sz="160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576000" indent="-216000">
                <a:spcBef>
                  <a:spcPts val="0"/>
                </a:spcBef>
                <a:buFont typeface="Wingdings" charset="2"/>
                <a:buChar char="§"/>
                <a:defRPr sz="1600" baseline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1152000" indent="0">
                <a:spcBef>
                  <a:spcPts val="0"/>
                </a:spcBef>
                <a:buFont typeface="Arial"/>
                <a:buNone/>
                <a:defRPr sz="1400">
                  <a:solidFill>
                    <a:srgbClr val="575757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>
                <a:spcBef>
                  <a:spcPct val="20000"/>
                </a:spcBef>
                <a:buFont typeface="Arial"/>
                <a:buChar char="•"/>
                <a:defRPr sz="2000"/>
              </a:lvl6pPr>
              <a:lvl7pPr marL="2971800" indent="-228600">
                <a:spcBef>
                  <a:spcPct val="20000"/>
                </a:spcBef>
                <a:buFont typeface="Arial"/>
                <a:buChar char="•"/>
                <a:defRPr sz="2000"/>
              </a:lvl7pPr>
              <a:lvl8pPr marL="3429000" indent="-228600">
                <a:spcBef>
                  <a:spcPct val="20000"/>
                </a:spcBef>
                <a:buFont typeface="Arial"/>
                <a:buChar char="•"/>
                <a:defRPr sz="2000"/>
              </a:lvl8pPr>
              <a:lvl9pPr marL="3886200" indent="-228600">
                <a:spcBef>
                  <a:spcPct val="20000"/>
                </a:spcBef>
                <a:buFont typeface="Arial"/>
                <a:buChar char="•"/>
                <a:defRPr sz="2000"/>
              </a:lvl9pPr>
            </a:lstStyle>
            <a:p>
              <a:pPr marL="171450" marR="0" lvl="0" indent="-171450" fontAlgn="auto">
                <a:lnSpc>
                  <a:spcPct val="100000"/>
                </a:lnSpc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§"/>
                <a:tabLst/>
              </a:pPr>
              <a:r>
                <a:rPr lang="fr-FR" sz="700" dirty="0"/>
                <a:t>Menu </a:t>
              </a:r>
              <a:r>
                <a:rPr lang="fr-FR" sz="700" i="1" dirty="0">
                  <a:solidFill>
                    <a:schemeClr val="tx1"/>
                  </a:solidFill>
                </a:rPr>
                <a:t>Insertion</a:t>
              </a:r>
              <a:r>
                <a:rPr lang="fr-FR" sz="700" dirty="0"/>
                <a:t> &gt; </a:t>
              </a:r>
              <a:r>
                <a:rPr lang="fr-FR" sz="700" i="1" dirty="0">
                  <a:solidFill>
                    <a:schemeClr val="tx1"/>
                  </a:solidFill>
                </a:rPr>
                <a:t>En-tête/Pied</a:t>
              </a:r>
            </a:p>
            <a:p>
              <a:pPr marL="171450" marR="0" lvl="0" indent="-171450" fontAlgn="auto">
                <a:lnSpc>
                  <a:spcPct val="100000"/>
                </a:lnSpc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§"/>
                <a:tabLst/>
              </a:pPr>
              <a:r>
                <a:rPr lang="fr-FR" sz="700" dirty="0"/>
                <a:t>Cocher </a:t>
              </a:r>
              <a:r>
                <a:rPr lang="fr-FR" sz="700" i="1" dirty="0">
                  <a:solidFill>
                    <a:schemeClr val="tx1"/>
                  </a:solidFill>
                </a:rPr>
                <a:t>Date et heure</a:t>
              </a:r>
              <a:r>
                <a:rPr lang="fr-FR" sz="700" dirty="0"/>
                <a:t>, </a:t>
              </a:r>
              <a:r>
                <a:rPr lang="fr-FR" sz="700" i="1" dirty="0">
                  <a:solidFill>
                    <a:schemeClr val="tx1"/>
                  </a:solidFill>
                </a:rPr>
                <a:t>Numéro de diapositive </a:t>
              </a:r>
              <a:r>
                <a:rPr lang="fr-FR" sz="700" dirty="0"/>
                <a:t>et </a:t>
              </a:r>
              <a:r>
                <a:rPr lang="fr-FR" sz="700" i="1" dirty="0">
                  <a:solidFill>
                    <a:schemeClr val="tx1"/>
                  </a:solidFill>
                </a:rPr>
                <a:t>Pied de page</a:t>
              </a:r>
            </a:p>
            <a:p>
              <a:pPr marL="171450" marR="0" lvl="0" indent="-171450" fontAlgn="auto">
                <a:lnSpc>
                  <a:spcPct val="100000"/>
                </a:lnSpc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§"/>
                <a:tabLst/>
              </a:pPr>
              <a:r>
                <a:rPr lang="fr-FR" sz="700" dirty="0"/>
                <a:t>Renseigner le champ </a:t>
              </a:r>
              <a:r>
                <a:rPr lang="fr-FR" sz="700" i="1" dirty="0">
                  <a:solidFill>
                    <a:schemeClr val="tx1"/>
                  </a:solidFill>
                </a:rPr>
                <a:t>Pied de page </a:t>
              </a:r>
              <a:r>
                <a:rPr lang="fr-FR" sz="700" dirty="0"/>
                <a:t>avec le titre de la présentation</a:t>
              </a:r>
            </a:p>
            <a:p>
              <a:pPr marL="171450" marR="0" lvl="0" indent="-171450" fontAlgn="auto">
                <a:lnSpc>
                  <a:spcPct val="100000"/>
                </a:lnSpc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§"/>
                <a:tabLst/>
              </a:pPr>
              <a:r>
                <a:rPr lang="fr-FR" sz="700" dirty="0"/>
                <a:t>Cliquer sur </a:t>
              </a:r>
              <a:r>
                <a:rPr lang="fr-FR" sz="700" i="1" dirty="0">
                  <a:solidFill>
                    <a:schemeClr val="tx1"/>
                  </a:solidFill>
                </a:rPr>
                <a:t>Appliquer partout</a:t>
              </a:r>
            </a:p>
          </p:txBody>
        </p:sp>
        <p:sp>
          <p:nvSpPr>
            <p:cNvPr id="37" name="ZoneTexte 36"/>
            <p:cNvSpPr txBox="1"/>
            <p:nvPr userDrawn="1"/>
          </p:nvSpPr>
          <p:spPr>
            <a:xfrm>
              <a:off x="288001" y="953968"/>
              <a:ext cx="3337495" cy="275359"/>
            </a:xfrm>
            <a:prstGeom prst="rect">
              <a:avLst/>
            </a:prstGeom>
            <a:solidFill>
              <a:schemeClr val="tx1"/>
            </a:solidFill>
          </p:spPr>
          <p:txBody>
            <a:bodyPr vert="horz" lIns="72000" tIns="54000" rIns="0" bIns="0" rtlCol="0">
              <a:normAutofit/>
            </a:bodyPr>
            <a:lstStyle>
              <a:lvl1pPr marR="0" lvl="0" indent="0" fontAlgn="auto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200" b="1" baseline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0" indent="-216000">
                <a:spcBef>
                  <a:spcPts val="0"/>
                </a:spcBef>
                <a:buFont typeface="Wingdings" charset="2"/>
                <a:buChar char="§"/>
                <a:defRPr sz="2000" baseline="0"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576000" indent="0">
                <a:spcBef>
                  <a:spcPts val="0"/>
                </a:spcBef>
                <a:buFont typeface="Arial"/>
                <a:buNone/>
                <a:defRPr sz="160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576000" indent="-216000">
                <a:spcBef>
                  <a:spcPts val="0"/>
                </a:spcBef>
                <a:buFont typeface="Wingdings" charset="2"/>
                <a:buChar char="§"/>
                <a:defRPr sz="1600" baseline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1152000" indent="0">
                <a:spcBef>
                  <a:spcPts val="0"/>
                </a:spcBef>
                <a:buFont typeface="Arial"/>
                <a:buNone/>
                <a:defRPr sz="1400">
                  <a:solidFill>
                    <a:srgbClr val="575757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>
                <a:spcBef>
                  <a:spcPct val="20000"/>
                </a:spcBef>
                <a:buFont typeface="Arial"/>
                <a:buChar char="•"/>
                <a:defRPr sz="2000"/>
              </a:lvl6pPr>
              <a:lvl7pPr marL="2971800" indent="-228600">
                <a:spcBef>
                  <a:spcPct val="20000"/>
                </a:spcBef>
                <a:buFont typeface="Arial"/>
                <a:buChar char="•"/>
                <a:defRPr sz="2000"/>
              </a:lvl7pPr>
              <a:lvl8pPr marL="3429000" indent="-228600">
                <a:spcBef>
                  <a:spcPct val="20000"/>
                </a:spcBef>
                <a:buFont typeface="Arial"/>
                <a:buChar char="•"/>
                <a:defRPr sz="2000"/>
              </a:lvl8pPr>
              <a:lvl9pPr marL="3886200" indent="-228600">
                <a:spcBef>
                  <a:spcPct val="20000"/>
                </a:spcBef>
                <a:buFont typeface="Arial"/>
                <a:buChar char="•"/>
                <a:defRPr sz="2000"/>
              </a:lvl9pPr>
            </a:lstStyle>
            <a:p>
              <a:pPr lvl="0"/>
              <a:r>
                <a:rPr lang="fr-FR" sz="1050" dirty="0"/>
                <a:t>Modifier le pied de page</a:t>
              </a:r>
            </a:p>
          </p:txBody>
        </p:sp>
      </p:grpSp>
      <p:grpSp>
        <p:nvGrpSpPr>
          <p:cNvPr id="4" name="Groupe 3"/>
          <p:cNvGrpSpPr/>
          <p:nvPr userDrawn="1"/>
        </p:nvGrpSpPr>
        <p:grpSpPr>
          <a:xfrm>
            <a:off x="62363" y="2045894"/>
            <a:ext cx="2637532" cy="1071008"/>
            <a:chOff x="246892" y="2137325"/>
            <a:chExt cx="3340059" cy="1071008"/>
          </a:xfrm>
        </p:grpSpPr>
        <p:sp>
          <p:nvSpPr>
            <p:cNvPr id="33" name="ZoneTexte 32"/>
            <p:cNvSpPr txBox="1"/>
            <p:nvPr userDrawn="1"/>
          </p:nvSpPr>
          <p:spPr>
            <a:xfrm>
              <a:off x="246892" y="2411952"/>
              <a:ext cx="3323150" cy="796381"/>
            </a:xfrm>
            <a:prstGeom prst="rect">
              <a:avLst/>
            </a:prstGeom>
            <a:ln w="6350">
              <a:solidFill>
                <a:schemeClr val="tx1"/>
              </a:solidFill>
            </a:ln>
          </p:spPr>
          <p:txBody>
            <a:bodyPr vert="horz" lIns="72000" tIns="36000" rIns="72000" bIns="72000" rtlCol="0">
              <a:noAutofit/>
            </a:bodyPr>
            <a:lstStyle>
              <a:lvl1pPr marR="0" lvl="0" indent="0" fontAlgn="auto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000" b="0" baseline="0">
                  <a:solidFill>
                    <a:srgbClr val="575757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0" indent="-216000">
                <a:spcBef>
                  <a:spcPts val="0"/>
                </a:spcBef>
                <a:buFont typeface="Wingdings" charset="2"/>
                <a:buChar char="§"/>
                <a:defRPr sz="2000" baseline="0"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576000" indent="0">
                <a:spcBef>
                  <a:spcPts val="0"/>
                </a:spcBef>
                <a:buFont typeface="Arial"/>
                <a:buNone/>
                <a:defRPr sz="160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576000" indent="-216000">
                <a:spcBef>
                  <a:spcPts val="0"/>
                </a:spcBef>
                <a:buFont typeface="Wingdings" charset="2"/>
                <a:buChar char="§"/>
                <a:defRPr sz="1600" baseline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1152000" indent="0">
                <a:spcBef>
                  <a:spcPts val="0"/>
                </a:spcBef>
                <a:buFont typeface="Arial"/>
                <a:buNone/>
                <a:defRPr sz="1400">
                  <a:solidFill>
                    <a:srgbClr val="575757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>
                <a:spcBef>
                  <a:spcPct val="20000"/>
                </a:spcBef>
                <a:buFont typeface="Arial"/>
                <a:buChar char="•"/>
                <a:defRPr sz="2000"/>
              </a:lvl6pPr>
              <a:lvl7pPr marL="2971800" indent="-228600">
                <a:spcBef>
                  <a:spcPct val="20000"/>
                </a:spcBef>
                <a:buFont typeface="Arial"/>
                <a:buChar char="•"/>
                <a:defRPr sz="2000"/>
              </a:lvl7pPr>
              <a:lvl8pPr marL="3429000" indent="-228600">
                <a:spcBef>
                  <a:spcPct val="20000"/>
                </a:spcBef>
                <a:buFont typeface="Arial"/>
                <a:buChar char="•"/>
                <a:defRPr sz="2000"/>
              </a:lvl8pPr>
              <a:lvl9pPr marL="3886200" indent="-228600">
                <a:spcBef>
                  <a:spcPct val="20000"/>
                </a:spcBef>
                <a:buFont typeface="Arial"/>
                <a:buChar char="•"/>
                <a:defRPr sz="2000"/>
              </a:lvl9pPr>
            </a:lstStyle>
            <a:p>
              <a:pPr marL="171450" marR="0" lvl="0" indent="-171450" fontAlgn="auto">
                <a:lnSpc>
                  <a:spcPct val="100000"/>
                </a:lnSpc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§"/>
                <a:tabLst/>
              </a:pPr>
              <a:r>
                <a:rPr lang="fr-FR" sz="700" dirty="0"/>
                <a:t>Menu </a:t>
              </a:r>
              <a:r>
                <a:rPr lang="fr-FR" sz="700" i="1" dirty="0">
                  <a:solidFill>
                    <a:schemeClr val="tx1"/>
                  </a:solidFill>
                </a:rPr>
                <a:t>Fichier</a:t>
              </a:r>
              <a:r>
                <a:rPr lang="fr-FR" sz="700" dirty="0"/>
                <a:t> &gt; </a:t>
              </a:r>
              <a:r>
                <a:rPr lang="fr-FR" sz="700" i="1" dirty="0">
                  <a:solidFill>
                    <a:schemeClr val="tx1"/>
                  </a:solidFill>
                </a:rPr>
                <a:t>Options</a:t>
              </a:r>
              <a:r>
                <a:rPr lang="fr-FR" sz="700" dirty="0">
                  <a:solidFill>
                    <a:schemeClr val="tx1"/>
                  </a:solidFill>
                </a:rPr>
                <a:t> </a:t>
              </a:r>
              <a:r>
                <a:rPr lang="fr-FR" sz="700" dirty="0"/>
                <a:t>&gt; </a:t>
              </a:r>
              <a:r>
                <a:rPr lang="fr-FR" sz="700" i="1" dirty="0">
                  <a:solidFill>
                    <a:schemeClr val="tx1"/>
                  </a:solidFill>
                </a:rPr>
                <a:t>Options avancées</a:t>
              </a:r>
            </a:p>
            <a:p>
              <a:pPr marL="0" marR="0" lvl="0" indent="0" fontAlgn="auto">
                <a:lnSpc>
                  <a:spcPct val="100000"/>
                </a:lnSpc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None/>
                <a:tabLst/>
              </a:pPr>
              <a:r>
                <a:rPr lang="fr-FR" sz="700" dirty="0"/>
                <a:t>Dans </a:t>
              </a:r>
              <a:r>
                <a:rPr lang="fr-FR" sz="700" i="1" dirty="0">
                  <a:solidFill>
                    <a:schemeClr val="tx1"/>
                  </a:solidFill>
                </a:rPr>
                <a:t>Taille et qualité de l’image </a:t>
              </a:r>
              <a:r>
                <a:rPr lang="fr-FR" sz="700" dirty="0"/>
                <a:t>:</a:t>
              </a:r>
            </a:p>
            <a:p>
              <a:pPr marL="171450" marR="0" lvl="0" indent="-171450" fontAlgn="auto">
                <a:lnSpc>
                  <a:spcPct val="100000"/>
                </a:lnSpc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§"/>
                <a:tabLst/>
              </a:pPr>
              <a:r>
                <a:rPr lang="fr-FR" sz="700" dirty="0"/>
                <a:t>Décocher </a:t>
              </a:r>
              <a:r>
                <a:rPr lang="fr-FR" sz="700" i="1" dirty="0">
                  <a:solidFill>
                    <a:schemeClr val="tx1"/>
                  </a:solidFill>
                </a:rPr>
                <a:t>Ne pas compresser les images dans un fichier</a:t>
              </a:r>
            </a:p>
            <a:p>
              <a:pPr marL="171450" marR="0" lvl="0" indent="-171450" fontAlgn="auto">
                <a:lnSpc>
                  <a:spcPct val="100000"/>
                </a:lnSpc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§"/>
                <a:tabLst/>
              </a:pPr>
              <a:r>
                <a:rPr lang="fr-FR" sz="700" b="0" kern="1200" baseline="0" dirty="0">
                  <a:solidFill>
                    <a:srgbClr val="575757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Mettre le champ </a:t>
              </a:r>
              <a:r>
                <a:rPr lang="fr-FR" sz="700" i="1" dirty="0">
                  <a:solidFill>
                    <a:schemeClr val="tx1"/>
                  </a:solidFill>
                </a:rPr>
                <a:t>Définir la sortie cible par défaut</a:t>
              </a:r>
              <a:r>
                <a:rPr lang="fr-FR" sz="700" dirty="0"/>
                <a:t> sur </a:t>
              </a:r>
              <a:r>
                <a:rPr lang="fr-FR" sz="700" i="1" dirty="0">
                  <a:solidFill>
                    <a:schemeClr val="tx1"/>
                  </a:solidFill>
                </a:rPr>
                <a:t>96ppp</a:t>
              </a:r>
            </a:p>
            <a:p>
              <a:pPr marL="171450" marR="0" lvl="0" indent="-171450" fontAlgn="auto">
                <a:lnSpc>
                  <a:spcPct val="100000"/>
                </a:lnSpc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§"/>
                <a:tabLst/>
              </a:pPr>
              <a:r>
                <a:rPr lang="fr-FR" sz="700" dirty="0"/>
                <a:t>Cliquer sur </a:t>
              </a:r>
              <a:r>
                <a:rPr lang="fr-FR" sz="700" i="1" dirty="0">
                  <a:solidFill>
                    <a:schemeClr val="tx1"/>
                  </a:solidFill>
                </a:rPr>
                <a:t>OK</a:t>
              </a:r>
            </a:p>
          </p:txBody>
        </p:sp>
        <p:sp>
          <p:nvSpPr>
            <p:cNvPr id="39" name="ZoneTexte 38"/>
            <p:cNvSpPr txBox="1"/>
            <p:nvPr userDrawn="1"/>
          </p:nvSpPr>
          <p:spPr>
            <a:xfrm>
              <a:off x="257117" y="2137325"/>
              <a:ext cx="3329834" cy="265035"/>
            </a:xfrm>
            <a:prstGeom prst="rect">
              <a:avLst/>
            </a:prstGeom>
            <a:solidFill>
              <a:schemeClr val="tx1"/>
            </a:solidFill>
          </p:spPr>
          <p:txBody>
            <a:bodyPr vert="horz" lIns="72000" tIns="54000" rIns="0" bIns="0" rtlCol="0">
              <a:normAutofit/>
            </a:bodyPr>
            <a:lstStyle>
              <a:lvl1pPr marR="0" lvl="0" indent="0" fontAlgn="auto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200" b="1" baseline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0" indent="-216000">
                <a:spcBef>
                  <a:spcPts val="0"/>
                </a:spcBef>
                <a:buFont typeface="Wingdings" charset="2"/>
                <a:buChar char="§"/>
                <a:defRPr sz="2000" baseline="0"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576000" indent="0">
                <a:spcBef>
                  <a:spcPts val="0"/>
                </a:spcBef>
                <a:buFont typeface="Arial"/>
                <a:buNone/>
                <a:defRPr sz="160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576000" indent="-216000">
                <a:spcBef>
                  <a:spcPts val="0"/>
                </a:spcBef>
                <a:buFont typeface="Wingdings" charset="2"/>
                <a:buChar char="§"/>
                <a:defRPr sz="1600" baseline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1152000" indent="0">
                <a:spcBef>
                  <a:spcPts val="0"/>
                </a:spcBef>
                <a:buFont typeface="Arial"/>
                <a:buNone/>
                <a:defRPr sz="1400">
                  <a:solidFill>
                    <a:srgbClr val="575757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>
                <a:spcBef>
                  <a:spcPct val="20000"/>
                </a:spcBef>
                <a:buFont typeface="Arial"/>
                <a:buChar char="•"/>
                <a:defRPr sz="2000"/>
              </a:lvl6pPr>
              <a:lvl7pPr marL="2971800" indent="-228600">
                <a:spcBef>
                  <a:spcPct val="20000"/>
                </a:spcBef>
                <a:buFont typeface="Arial"/>
                <a:buChar char="•"/>
                <a:defRPr sz="2000"/>
              </a:lvl7pPr>
              <a:lvl8pPr marL="3429000" indent="-228600">
                <a:spcBef>
                  <a:spcPct val="20000"/>
                </a:spcBef>
                <a:buFont typeface="Arial"/>
                <a:buChar char="•"/>
                <a:defRPr sz="2000"/>
              </a:lvl8pPr>
              <a:lvl9pPr marL="3886200" indent="-228600">
                <a:spcBef>
                  <a:spcPct val="20000"/>
                </a:spcBef>
                <a:buFont typeface="Arial"/>
                <a:buChar char="•"/>
                <a:defRPr sz="2000"/>
              </a:lvl9pPr>
            </a:lstStyle>
            <a:p>
              <a:pPr marR="0" lvl="0" fontAlgn="auto">
                <a:lnSpc>
                  <a:spcPct val="100000"/>
                </a:lnSpc>
                <a:spcAft>
                  <a:spcPts val="0"/>
                </a:spcAft>
                <a:buClrTx/>
                <a:buSzTx/>
                <a:tabLst/>
              </a:pPr>
              <a:r>
                <a:rPr lang="fr-FR" sz="1050" dirty="0"/>
                <a:t>Compresser la présentation </a:t>
              </a:r>
            </a:p>
          </p:txBody>
        </p:sp>
      </p:grpSp>
      <p:grpSp>
        <p:nvGrpSpPr>
          <p:cNvPr id="3" name="Groupe 2"/>
          <p:cNvGrpSpPr/>
          <p:nvPr userDrawn="1"/>
        </p:nvGrpSpPr>
        <p:grpSpPr>
          <a:xfrm>
            <a:off x="86452" y="3093890"/>
            <a:ext cx="2637830" cy="1345681"/>
            <a:chOff x="287999" y="3217975"/>
            <a:chExt cx="3542061" cy="1565386"/>
          </a:xfrm>
        </p:grpSpPr>
        <p:sp>
          <p:nvSpPr>
            <p:cNvPr id="34" name="ZoneTexte 33"/>
            <p:cNvSpPr txBox="1"/>
            <p:nvPr userDrawn="1"/>
          </p:nvSpPr>
          <p:spPr>
            <a:xfrm>
              <a:off x="295170" y="3483745"/>
              <a:ext cx="3534890" cy="1299616"/>
            </a:xfrm>
            <a:prstGeom prst="rect">
              <a:avLst/>
            </a:prstGeom>
            <a:ln w="6350">
              <a:solidFill>
                <a:schemeClr val="tx1"/>
              </a:solidFill>
            </a:ln>
          </p:spPr>
          <p:txBody>
            <a:bodyPr vert="horz" lIns="72000" tIns="72000" rIns="72000" bIns="72000" rtlCol="0">
              <a:noAutofit/>
            </a:bodyPr>
            <a:lstStyle>
              <a:lvl1pPr marR="0" lvl="0" indent="0" fontAlgn="auto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000" b="0" baseline="0">
                  <a:solidFill>
                    <a:srgbClr val="575757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0" indent="-216000">
                <a:spcBef>
                  <a:spcPts val="0"/>
                </a:spcBef>
                <a:buFont typeface="Wingdings" charset="2"/>
                <a:buChar char="§"/>
                <a:defRPr sz="2000" baseline="0"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576000" indent="0">
                <a:spcBef>
                  <a:spcPts val="0"/>
                </a:spcBef>
                <a:buFont typeface="Arial"/>
                <a:buNone/>
                <a:defRPr sz="160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576000" indent="-216000">
                <a:spcBef>
                  <a:spcPts val="0"/>
                </a:spcBef>
                <a:buFont typeface="Wingdings" charset="2"/>
                <a:buChar char="§"/>
                <a:defRPr sz="1600" baseline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1152000" indent="0">
                <a:spcBef>
                  <a:spcPts val="0"/>
                </a:spcBef>
                <a:buFont typeface="Arial"/>
                <a:buNone/>
                <a:defRPr sz="1400">
                  <a:solidFill>
                    <a:srgbClr val="575757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>
                <a:spcBef>
                  <a:spcPct val="20000"/>
                </a:spcBef>
                <a:buFont typeface="Arial"/>
                <a:buChar char="•"/>
                <a:defRPr sz="2000"/>
              </a:lvl6pPr>
              <a:lvl7pPr marL="2971800" indent="-228600">
                <a:spcBef>
                  <a:spcPct val="20000"/>
                </a:spcBef>
                <a:buFont typeface="Arial"/>
                <a:buChar char="•"/>
                <a:defRPr sz="2000"/>
              </a:lvl7pPr>
              <a:lvl8pPr marL="3429000" indent="-228600">
                <a:spcBef>
                  <a:spcPct val="20000"/>
                </a:spcBef>
                <a:buFont typeface="Arial"/>
                <a:buChar char="•"/>
                <a:defRPr sz="2000"/>
              </a:lvl8pPr>
              <a:lvl9pPr marL="3886200" indent="-228600">
                <a:spcBef>
                  <a:spcPct val="20000"/>
                </a:spcBef>
                <a:buFont typeface="Arial"/>
                <a:buChar char="•"/>
                <a:defRPr sz="2000"/>
              </a:lvl9pPr>
            </a:lstStyle>
            <a:p>
              <a:pPr marL="171450" marR="0" lvl="0" indent="-171450" fontAlgn="auto">
                <a:lnSpc>
                  <a:spcPct val="100000"/>
                </a:lnSpc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§"/>
                <a:tabLst/>
              </a:pPr>
              <a:r>
                <a:rPr lang="fr-FR" sz="700" dirty="0"/>
                <a:t>Menu </a:t>
              </a:r>
              <a:r>
                <a:rPr lang="fr-FR" sz="700" i="1" dirty="0">
                  <a:solidFill>
                    <a:schemeClr val="tx1"/>
                  </a:solidFill>
                </a:rPr>
                <a:t>Affichage</a:t>
              </a:r>
              <a:r>
                <a:rPr lang="fr-FR" sz="700" dirty="0">
                  <a:solidFill>
                    <a:schemeClr val="tx1"/>
                  </a:solidFill>
                </a:rPr>
                <a:t> </a:t>
              </a:r>
              <a:r>
                <a:rPr lang="fr-FR" sz="700" dirty="0"/>
                <a:t>&gt; </a:t>
              </a:r>
              <a:r>
                <a:rPr lang="fr-FR" sz="700" i="1" dirty="0">
                  <a:solidFill>
                    <a:schemeClr val="tx1"/>
                  </a:solidFill>
                </a:rPr>
                <a:t>Masque des diapositives</a:t>
              </a:r>
            </a:p>
            <a:p>
              <a:pPr marL="171450" marR="0" lvl="0" indent="-171450" fontAlgn="auto">
                <a:lnSpc>
                  <a:spcPct val="100000"/>
                </a:lnSpc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§"/>
                <a:tabLst/>
              </a:pPr>
              <a:r>
                <a:rPr lang="fr-FR" sz="700" dirty="0"/>
                <a:t>Sélectionner la deuxième diapositive </a:t>
              </a:r>
              <a:r>
                <a:rPr lang="fr-FR" sz="500" dirty="0"/>
                <a:t>(contenant</a:t>
              </a:r>
              <a:r>
                <a:rPr lang="fr-FR" sz="500" baseline="0" dirty="0"/>
                <a:t> « titre de la présentation »)</a:t>
              </a:r>
              <a:endParaRPr lang="fr-FR" sz="500" dirty="0"/>
            </a:p>
            <a:p>
              <a:pPr marL="171450" marR="0" lvl="0" indent="-171450" fontAlgn="auto">
                <a:lnSpc>
                  <a:spcPct val="100000"/>
                </a:lnSpc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§"/>
                <a:tabLst/>
              </a:pPr>
              <a:r>
                <a:rPr lang="fr-FR" sz="700" dirty="0"/>
                <a:t>Glisser/déposer l’image souhaitée</a:t>
              </a:r>
            </a:p>
            <a:p>
              <a:pPr marL="171450" marR="0" lvl="0" indent="-171450" fontAlgn="auto">
                <a:lnSpc>
                  <a:spcPct val="100000"/>
                </a:lnSpc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§"/>
                <a:tabLst/>
              </a:pPr>
              <a:r>
                <a:rPr lang="fr-FR" sz="700" dirty="0"/>
                <a:t>Positionner</a:t>
              </a:r>
              <a:r>
                <a:rPr lang="fr-FR" sz="700" baseline="0" dirty="0"/>
                <a:t> correctement </a:t>
              </a:r>
              <a:r>
                <a:rPr lang="fr-FR" sz="700" dirty="0"/>
                <a:t>l’image </a:t>
              </a:r>
              <a:r>
                <a:rPr lang="fr-FR" sz="500" i="0" dirty="0">
                  <a:solidFill>
                    <a:srgbClr val="575757"/>
                  </a:solidFill>
                </a:rPr>
                <a:t>(Largeur de la diapositive</a:t>
              </a:r>
              <a:r>
                <a:rPr lang="fr-FR" sz="500" i="0" baseline="0" dirty="0">
                  <a:solidFill>
                    <a:srgbClr val="575757"/>
                  </a:solidFill>
                </a:rPr>
                <a:t> : 25,4cm)</a:t>
              </a:r>
              <a:endParaRPr lang="fr-FR" sz="500" i="0" dirty="0">
                <a:solidFill>
                  <a:srgbClr val="575757"/>
                </a:solidFill>
              </a:endParaRPr>
            </a:p>
            <a:p>
              <a:pPr marL="171450" marR="0" lvl="0" indent="-171450" fontAlgn="auto">
                <a:lnSpc>
                  <a:spcPct val="100000"/>
                </a:lnSpc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§"/>
                <a:tabLst/>
              </a:pPr>
              <a:r>
                <a:rPr lang="fr-FR" sz="700" i="1" dirty="0">
                  <a:solidFill>
                    <a:schemeClr val="tx1"/>
                  </a:solidFill>
                </a:rPr>
                <a:t>Clic droit </a:t>
              </a:r>
              <a:r>
                <a:rPr lang="fr-FR" sz="700" dirty="0"/>
                <a:t>sur l’image &gt; </a:t>
              </a:r>
              <a:r>
                <a:rPr lang="fr-FR" sz="700" i="1" dirty="0">
                  <a:solidFill>
                    <a:schemeClr val="tx1"/>
                  </a:solidFill>
                </a:rPr>
                <a:t>Mettre à l’arrière-plan </a:t>
              </a:r>
            </a:p>
            <a:p>
              <a:pPr marL="171450" marR="0" lvl="0" indent="-171450" algn="l" defTabSz="457200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§"/>
                <a:tabLst/>
                <a:defRPr/>
              </a:pPr>
              <a:r>
                <a:rPr lang="fr-FR" sz="700" dirty="0"/>
                <a:t>Menu </a:t>
              </a:r>
              <a:r>
                <a:rPr lang="fr-FR" sz="700" i="1" dirty="0">
                  <a:solidFill>
                    <a:schemeClr val="tx1"/>
                  </a:solidFill>
                </a:rPr>
                <a:t>Masque des diapositives</a:t>
              </a:r>
              <a:r>
                <a:rPr lang="fr-FR" sz="700" i="0" baseline="0" dirty="0">
                  <a:solidFill>
                    <a:srgbClr val="575757"/>
                  </a:solidFill>
                </a:rPr>
                <a:t> &gt; </a:t>
              </a:r>
              <a:r>
                <a:rPr lang="fr-FR" sz="700" i="1" dirty="0">
                  <a:solidFill>
                    <a:schemeClr val="tx1"/>
                  </a:solidFill>
                </a:rPr>
                <a:t>Désactiver le mode masque</a:t>
              </a:r>
              <a:endParaRPr lang="fr-FR" sz="700" dirty="0"/>
            </a:p>
          </p:txBody>
        </p:sp>
        <p:sp>
          <p:nvSpPr>
            <p:cNvPr id="40" name="ZoneTexte 39"/>
            <p:cNvSpPr txBox="1"/>
            <p:nvPr userDrawn="1"/>
          </p:nvSpPr>
          <p:spPr>
            <a:xfrm>
              <a:off x="287999" y="3217975"/>
              <a:ext cx="3542061" cy="268900"/>
            </a:xfrm>
            <a:prstGeom prst="rect">
              <a:avLst/>
            </a:prstGeom>
            <a:solidFill>
              <a:schemeClr val="tx1"/>
            </a:solidFill>
          </p:spPr>
          <p:txBody>
            <a:bodyPr vert="horz" lIns="72000" tIns="54000" rIns="0" bIns="0" rtlCol="0">
              <a:normAutofit/>
            </a:bodyPr>
            <a:lstStyle>
              <a:lvl1pPr marR="0" lvl="0" indent="0" fontAlgn="auto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200" b="1" baseline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0" indent="-216000">
                <a:spcBef>
                  <a:spcPts val="0"/>
                </a:spcBef>
                <a:buFont typeface="Wingdings" charset="2"/>
                <a:buChar char="§"/>
                <a:defRPr sz="2000" baseline="0"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576000" indent="0">
                <a:spcBef>
                  <a:spcPts val="0"/>
                </a:spcBef>
                <a:buFont typeface="Arial"/>
                <a:buNone/>
                <a:defRPr sz="160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576000" indent="-216000">
                <a:spcBef>
                  <a:spcPts val="0"/>
                </a:spcBef>
                <a:buFont typeface="Wingdings" charset="2"/>
                <a:buChar char="§"/>
                <a:defRPr sz="1600" baseline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1152000" indent="0">
                <a:spcBef>
                  <a:spcPts val="0"/>
                </a:spcBef>
                <a:buFont typeface="Arial"/>
                <a:buNone/>
                <a:defRPr sz="1400">
                  <a:solidFill>
                    <a:srgbClr val="575757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>
                <a:spcBef>
                  <a:spcPct val="20000"/>
                </a:spcBef>
                <a:buFont typeface="Arial"/>
                <a:buChar char="•"/>
                <a:defRPr sz="2000"/>
              </a:lvl6pPr>
              <a:lvl7pPr marL="2971800" indent="-228600">
                <a:spcBef>
                  <a:spcPct val="20000"/>
                </a:spcBef>
                <a:buFont typeface="Arial"/>
                <a:buChar char="•"/>
                <a:defRPr sz="2000"/>
              </a:lvl7pPr>
              <a:lvl8pPr marL="3429000" indent="-228600">
                <a:spcBef>
                  <a:spcPct val="20000"/>
                </a:spcBef>
                <a:buFont typeface="Arial"/>
                <a:buChar char="•"/>
                <a:defRPr sz="2000"/>
              </a:lvl8pPr>
              <a:lvl9pPr marL="3886200" indent="-228600">
                <a:spcBef>
                  <a:spcPct val="20000"/>
                </a:spcBef>
                <a:buFont typeface="Arial"/>
                <a:buChar char="•"/>
                <a:defRPr sz="2000"/>
              </a:lvl9pPr>
            </a:lstStyle>
            <a:p>
              <a:pPr marR="0" lvl="0" fontAlgn="auto">
                <a:lnSpc>
                  <a:spcPct val="100000"/>
                </a:lnSpc>
                <a:spcAft>
                  <a:spcPts val="0"/>
                </a:spcAft>
                <a:buClrTx/>
                <a:buSzTx/>
                <a:tabLst/>
              </a:pPr>
              <a:r>
                <a:rPr lang="fr-FR" sz="1050" dirty="0"/>
                <a:t>Insérer une image de couverture</a:t>
              </a:r>
            </a:p>
          </p:txBody>
        </p:sp>
      </p:grpSp>
      <p:sp>
        <p:nvSpPr>
          <p:cNvPr id="2" name="ZoneTexte 1"/>
          <p:cNvSpPr txBox="1"/>
          <p:nvPr userDrawn="1"/>
        </p:nvSpPr>
        <p:spPr>
          <a:xfrm>
            <a:off x="70437" y="4390699"/>
            <a:ext cx="2585829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900" b="1" i="1" baseline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fr-FR" sz="1050" b="1" i="1" baseline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diapositive tutoriel à supprimer après mise à jour des marquages)</a:t>
            </a:r>
            <a:endParaRPr lang="fr-FR" sz="105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Footer Placeholder 4">
            <a:extLst>
              <a:ext uri="{FF2B5EF4-FFF2-40B4-BE49-F238E27FC236}">
                <a16:creationId xmlns:a16="http://schemas.microsoft.com/office/drawing/2014/main" id="{0036B4FA-F622-4DBA-8550-0C578390C9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-19568" y="4864823"/>
            <a:ext cx="2838893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50">
                <a:solidFill>
                  <a:srgbClr val="FFFFFF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fr-FR" dirty="0"/>
              <a:t>Pied de page</a:t>
            </a:r>
          </a:p>
        </p:txBody>
      </p:sp>
      <p:sp>
        <p:nvSpPr>
          <p:cNvPr id="26" name="Zone de texte 17"/>
          <p:cNvSpPr txBox="1"/>
          <p:nvPr userDrawn="1"/>
        </p:nvSpPr>
        <p:spPr>
          <a:xfrm>
            <a:off x="4197113" y="4582890"/>
            <a:ext cx="4596591" cy="198579"/>
          </a:xfrm>
          <a:prstGeom prst="rect">
            <a:avLst/>
          </a:prstGeom>
          <a:noFill/>
          <a:ln w="1270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spcAft>
                <a:spcPts val="0"/>
              </a:spcAft>
            </a:pPr>
            <a:r>
              <a:rPr lang="fr-FR" sz="700" i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MS Mincho"/>
                <a:cs typeface="Arial" panose="020B0604020202020204" pitchFamily="34" charset="0"/>
              </a:rPr>
              <a:t>Cf. détails dans l’instruction 000110962 « Directive de marquage et protection des données ».</a:t>
            </a:r>
            <a:endParaRPr lang="fr-FR" sz="700" dirty="0">
              <a:solidFill>
                <a:srgbClr val="000000"/>
              </a:solidFill>
              <a:effectLst/>
              <a:latin typeface="Arial" panose="020B0604020202020204" pitchFamily="34" charset="0"/>
              <a:ea typeface="MS Mincho"/>
              <a:cs typeface="Arial" panose="020B0604020202020204" pitchFamily="34" charset="0"/>
            </a:endParaRPr>
          </a:p>
          <a:p>
            <a:pPr>
              <a:spcAft>
                <a:spcPts val="0"/>
              </a:spcAft>
            </a:pPr>
            <a:endParaRPr lang="fr-FR" sz="200" dirty="0">
              <a:effectLst/>
              <a:latin typeface="NavalGroup Sans Regular"/>
              <a:ea typeface="MS Mincho"/>
              <a:cs typeface="Times New Roman"/>
            </a:endParaRPr>
          </a:p>
        </p:txBody>
      </p:sp>
      <p:sp>
        <p:nvSpPr>
          <p:cNvPr id="29" name="Espace réservé du numéro de diapositive 4"/>
          <p:cNvSpPr>
            <a:spLocks noGrp="1"/>
          </p:cNvSpPr>
          <p:nvPr>
            <p:ph type="sldNum" sz="quarter" idx="12"/>
          </p:nvPr>
        </p:nvSpPr>
        <p:spPr>
          <a:xfrm>
            <a:off x="8665275" y="4869656"/>
            <a:ext cx="480025" cy="273844"/>
          </a:xfrm>
        </p:spPr>
        <p:txBody>
          <a:bodyPr/>
          <a:lstStyle/>
          <a:p>
            <a:fld id="{1E7F6971-2F47-7544-AAAF-7A2F479FA764}" type="slidenum">
              <a:rPr lang="en-US" smtClean="0"/>
              <a:pPr/>
              <a:t>‹N°›</a:t>
            </a:fld>
            <a:endParaRPr lang="en-US" dirty="0"/>
          </a:p>
        </p:txBody>
      </p:sp>
      <p:sp>
        <p:nvSpPr>
          <p:cNvPr id="31" name="Espace réservé de la date 2"/>
          <p:cNvSpPr>
            <a:spLocks noGrp="1"/>
          </p:cNvSpPr>
          <p:nvPr>
            <p:ph type="dt" sz="half" idx="10"/>
          </p:nvPr>
        </p:nvSpPr>
        <p:spPr>
          <a:xfrm>
            <a:off x="7781926" y="4874156"/>
            <a:ext cx="847972" cy="273844"/>
          </a:xfrm>
        </p:spPr>
        <p:txBody>
          <a:bodyPr/>
          <a:lstStyle/>
          <a:p>
            <a:fld id="{576FEEA0-2455-4529-98E8-51DD10D6CD88}" type="datetime1">
              <a:rPr lang="fr-FR" smtClean="0"/>
              <a:t>14/11/2025</a:t>
            </a:fld>
            <a:endParaRPr lang="en-US" dirty="0"/>
          </a:p>
        </p:txBody>
      </p:sp>
      <p:sp>
        <p:nvSpPr>
          <p:cNvPr id="32" name="Rectangle 31"/>
          <p:cNvSpPr/>
          <p:nvPr userDrawn="1"/>
        </p:nvSpPr>
        <p:spPr>
          <a:xfrm>
            <a:off x="8651825" y="4927250"/>
            <a:ext cx="10800" cy="180000"/>
          </a:xfrm>
          <a:prstGeom prst="rect">
            <a:avLst/>
          </a:prstGeom>
          <a:solidFill>
            <a:srgbClr val="E105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Zone de texte 17">
            <a:extLst>
              <a:ext uri="{FF2B5EF4-FFF2-40B4-BE49-F238E27FC236}">
                <a16:creationId xmlns:a16="http://schemas.microsoft.com/office/drawing/2014/main" id="{0E784F26-DD9F-49F6-839C-C59962D1FC28}"/>
              </a:ext>
            </a:extLst>
          </p:cNvPr>
          <p:cNvSpPr txBox="1"/>
          <p:nvPr userDrawn="1"/>
        </p:nvSpPr>
        <p:spPr>
          <a:xfrm>
            <a:off x="2723046" y="882197"/>
            <a:ext cx="6330170" cy="392400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accent2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spcAft>
                <a:spcPts val="0"/>
              </a:spcAft>
            </a:pPr>
            <a:endParaRPr lang="fr-FR" sz="200" dirty="0">
              <a:effectLst/>
              <a:latin typeface="NavalGroup Sans Regular"/>
              <a:ea typeface="MS Mincho"/>
              <a:cs typeface="Times New Roman"/>
            </a:endParaRPr>
          </a:p>
        </p:txBody>
      </p:sp>
      <p:grpSp>
        <p:nvGrpSpPr>
          <p:cNvPr id="38" name="Groupe 37">
            <a:extLst>
              <a:ext uri="{FF2B5EF4-FFF2-40B4-BE49-F238E27FC236}">
                <a16:creationId xmlns:a16="http://schemas.microsoft.com/office/drawing/2014/main" id="{0E779E9E-E92A-4CFE-B514-C209050A0488}"/>
              </a:ext>
            </a:extLst>
          </p:cNvPr>
          <p:cNvGrpSpPr/>
          <p:nvPr userDrawn="1"/>
        </p:nvGrpSpPr>
        <p:grpSpPr>
          <a:xfrm>
            <a:off x="2727380" y="882197"/>
            <a:ext cx="3354952" cy="3847458"/>
            <a:chOff x="3048890" y="668429"/>
            <a:chExt cx="2932122" cy="3847458"/>
          </a:xfrm>
        </p:grpSpPr>
        <p:sp>
          <p:nvSpPr>
            <p:cNvPr id="41" name="ZoneTexte 40">
              <a:extLst>
                <a:ext uri="{FF2B5EF4-FFF2-40B4-BE49-F238E27FC236}">
                  <a16:creationId xmlns:a16="http://schemas.microsoft.com/office/drawing/2014/main" id="{F0B7E95E-E39F-4F77-91E8-F5501000C3F9}"/>
                </a:ext>
              </a:extLst>
            </p:cNvPr>
            <p:cNvSpPr txBox="1"/>
            <p:nvPr/>
          </p:nvSpPr>
          <p:spPr>
            <a:xfrm>
              <a:off x="3050023" y="668429"/>
              <a:ext cx="1476000" cy="216000"/>
            </a:xfrm>
            <a:prstGeom prst="rect">
              <a:avLst/>
            </a:prstGeom>
            <a:solidFill>
              <a:srgbClr val="E1051E"/>
            </a:solidFill>
            <a:ln>
              <a:noFill/>
            </a:ln>
          </p:spPr>
          <p:txBody>
            <a:bodyPr wrap="square" tIns="36000" rtlCol="0">
              <a:spAutoFit/>
            </a:bodyPr>
            <a:lstStyle/>
            <a:p>
              <a:r>
                <a:rPr lang="fr-FR" sz="105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OBLIGATOIRE </a:t>
              </a:r>
            </a:p>
          </p:txBody>
        </p:sp>
        <p:sp>
          <p:nvSpPr>
            <p:cNvPr id="42" name="Zone de texte 17">
              <a:extLst>
                <a:ext uri="{FF2B5EF4-FFF2-40B4-BE49-F238E27FC236}">
                  <a16:creationId xmlns:a16="http://schemas.microsoft.com/office/drawing/2014/main" id="{08376BCA-1A19-4540-9D74-E225481ED3F1}"/>
                </a:ext>
              </a:extLst>
            </p:cNvPr>
            <p:cNvSpPr txBox="1"/>
            <p:nvPr userDrawn="1"/>
          </p:nvSpPr>
          <p:spPr>
            <a:xfrm>
              <a:off x="3048890" y="901894"/>
              <a:ext cx="2932122" cy="3613993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C00000"/>
              </a:solidFill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Aft>
                  <a:spcPts val="0"/>
                </a:spcAft>
              </a:pPr>
              <a:r>
                <a:rPr lang="en-GB" sz="600" b="1" dirty="0">
                  <a:effectLst/>
                  <a:latin typeface="Arial" panose="020B0604020202020204" pitchFamily="34" charset="0"/>
                  <a:ea typeface="MS Mincho"/>
                  <a:cs typeface="Arial" panose="020B0604020202020204" pitchFamily="34" charset="0"/>
                </a:rPr>
                <a:t>1 / Mention de </a:t>
              </a:r>
              <a:r>
                <a:rPr lang="fr-FR" sz="600" b="1" noProof="0" dirty="0">
                  <a:effectLst/>
                  <a:latin typeface="Arial" panose="020B0604020202020204" pitchFamily="34" charset="0"/>
                  <a:ea typeface="MS Mincho"/>
                  <a:cs typeface="Arial" panose="020B0604020202020204" pitchFamily="34" charset="0"/>
                </a:rPr>
                <a:t>propriété</a:t>
              </a:r>
              <a:r>
                <a:rPr lang="en-GB" sz="600" b="1" dirty="0">
                  <a:effectLst/>
                  <a:latin typeface="Arial" panose="020B0604020202020204" pitchFamily="34" charset="0"/>
                  <a:ea typeface="MS Mincho"/>
                  <a:cs typeface="Arial" panose="020B0604020202020204" pitchFamily="34" charset="0"/>
                </a:rPr>
                <a:t> </a:t>
              </a:r>
              <a:r>
                <a:rPr lang="fr-FR" sz="600" b="1" noProof="0" dirty="0">
                  <a:effectLst/>
                  <a:latin typeface="Arial" panose="020B0604020202020204" pitchFamily="34" charset="0"/>
                  <a:ea typeface="MS Mincho"/>
                  <a:cs typeface="Arial" panose="020B0604020202020204" pitchFamily="34" charset="0"/>
                </a:rPr>
                <a:t>intellectuelle</a:t>
              </a:r>
              <a:r>
                <a:rPr lang="en-GB" sz="600" b="1" dirty="0">
                  <a:effectLst/>
                  <a:latin typeface="Arial" panose="020B0604020202020204" pitchFamily="34" charset="0"/>
                  <a:ea typeface="MS Mincho"/>
                  <a:cs typeface="Arial" panose="020B0604020202020204" pitchFamily="34" charset="0"/>
                </a:rPr>
                <a:t> :</a:t>
              </a:r>
              <a:endParaRPr lang="fr-FR" sz="600" dirty="0">
                <a:effectLst/>
                <a:latin typeface="Arial" panose="020B0604020202020204" pitchFamily="34" charset="0"/>
                <a:ea typeface="MS Mincho"/>
                <a:cs typeface="Arial" panose="020B0604020202020204" pitchFamily="34" charset="0"/>
              </a:endParaRPr>
            </a:p>
            <a:p>
              <a:pPr>
                <a:spcAft>
                  <a:spcPts val="0"/>
                </a:spcAft>
              </a:pPr>
              <a:r>
                <a:rPr lang="en-GB" sz="600" dirty="0">
                  <a:effectLst/>
                  <a:latin typeface="Arial" panose="020B0604020202020204" pitchFamily="34" charset="0"/>
                  <a:ea typeface="MS Mincho"/>
                  <a:cs typeface="Arial" panose="020B0604020202020204" pitchFamily="34" charset="0"/>
                </a:rPr>
                <a:t> </a:t>
              </a:r>
              <a:endParaRPr lang="fr-FR" sz="600" dirty="0">
                <a:effectLst/>
                <a:latin typeface="Arial" panose="020B0604020202020204" pitchFamily="34" charset="0"/>
                <a:ea typeface="MS Mincho"/>
                <a:cs typeface="Arial" panose="020B0604020202020204" pitchFamily="34" charset="0"/>
              </a:endParaRPr>
            </a:p>
            <a:p>
              <a:pPr marL="260350" lvl="1" indent="-171450">
                <a:spcAft>
                  <a:spcPts val="0"/>
                </a:spcAft>
                <a:buFont typeface="Wingdings" panose="05000000000000000000" pitchFamily="2" charset="2"/>
                <a:buChar char="§"/>
              </a:pPr>
              <a:r>
                <a:rPr lang="fr-FR" sz="600" dirty="0"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MS Mincho"/>
                  <a:cs typeface="Arial" panose="020B0604020202020204" pitchFamily="34" charset="0"/>
                </a:rPr>
                <a:t>Cliquer</a:t>
              </a:r>
              <a:r>
                <a:rPr lang="fr-FR" sz="600" baseline="0" dirty="0"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MS Mincho"/>
                  <a:cs typeface="Arial" panose="020B0604020202020204" pitchFamily="34" charset="0"/>
                </a:rPr>
                <a:t> dans le menu sur Affichage &gt; Masque des diapositives</a:t>
              </a:r>
              <a:r>
                <a:rPr lang="fr-FR" sz="600" dirty="0"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MS Mincho"/>
                  <a:cs typeface="Arial" panose="020B0604020202020204" pitchFamily="34" charset="0"/>
                </a:rPr>
                <a:t> </a:t>
              </a:r>
            </a:p>
            <a:p>
              <a:pPr marL="260350" lvl="1" indent="-171450">
                <a:spcAft>
                  <a:spcPts val="0"/>
                </a:spcAft>
                <a:buFont typeface="Wingdings" panose="05000000000000000000" pitchFamily="2" charset="2"/>
                <a:buChar char="§"/>
              </a:pPr>
              <a:r>
                <a:rPr lang="fr-FR" sz="600" dirty="0"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MS Mincho"/>
                  <a:cs typeface="Arial" panose="020B0604020202020204" pitchFamily="34" charset="0"/>
                </a:rPr>
                <a:t>Sur la première diapositive en bas de page, modifier </a:t>
              </a:r>
              <a:r>
                <a:rPr lang="en-US" sz="600" dirty="0">
                  <a:solidFill>
                    <a:srgbClr val="000000"/>
                  </a:solidFill>
                  <a:effectLst/>
                  <a:highlight>
                    <a:srgbClr val="FFFF00"/>
                  </a:highlight>
                  <a:latin typeface="+mn-lt"/>
                  <a:ea typeface="Calibri"/>
                  <a:cs typeface="Arial" panose="020B0604020202020204" pitchFamily="34" charset="0"/>
                </a:rPr>
                <a:t>« year(s) » (year of creation and year of the latest update)</a:t>
              </a:r>
              <a:r>
                <a:rPr lang="en-US" sz="600" kern="1200" dirty="0">
                  <a:solidFill>
                    <a:srgbClr val="000000"/>
                  </a:solidFill>
                  <a:latin typeface="+mn-lt"/>
                  <a:ea typeface="+mn-ea"/>
                  <a:cs typeface="Arial" panose="020B0604020202020204" pitchFamily="34" charset="0"/>
                </a:rPr>
                <a:t>, </a:t>
              </a:r>
              <a:r>
                <a:rPr lang="en-US" sz="600" baseline="0" dirty="0"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MS Mincho"/>
                  <a:cs typeface="Arial" panose="020B0604020202020204" pitchFamily="34" charset="0"/>
                </a:rPr>
                <a:t>par </a:t>
              </a:r>
              <a:r>
                <a:rPr lang="fr-FR" sz="600" baseline="0" noProof="0" dirty="0"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MS Mincho"/>
                  <a:cs typeface="Arial" panose="020B0604020202020204" pitchFamily="34" charset="0"/>
                </a:rPr>
                <a:t>l’année</a:t>
              </a:r>
              <a:r>
                <a:rPr lang="en-US" sz="600" baseline="0" dirty="0"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MS Mincho"/>
                  <a:cs typeface="Arial" panose="020B0604020202020204" pitchFamily="34" charset="0"/>
                </a:rPr>
                <a:t> de </a:t>
              </a:r>
              <a:r>
                <a:rPr lang="fr-FR" sz="600" baseline="0" noProof="0" dirty="0"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MS Mincho"/>
                  <a:cs typeface="Arial" panose="020B0604020202020204" pitchFamily="34" charset="0"/>
                </a:rPr>
                <a:t>création</a:t>
              </a:r>
              <a:r>
                <a:rPr lang="en-US" sz="600" baseline="0" dirty="0"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MS Mincho"/>
                  <a:cs typeface="Arial" panose="020B0604020202020204" pitchFamily="34" charset="0"/>
                </a:rPr>
                <a:t> </a:t>
              </a:r>
              <a:r>
                <a:rPr lang="fr-FR" sz="600" baseline="0" noProof="0" dirty="0"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MS Mincho"/>
                  <a:cs typeface="Arial" panose="020B0604020202020204" pitchFamily="34" charset="0"/>
                </a:rPr>
                <a:t>ou</a:t>
              </a:r>
              <a:r>
                <a:rPr lang="en-US" sz="600" baseline="0" dirty="0"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MS Mincho"/>
                  <a:cs typeface="Arial" panose="020B0604020202020204" pitchFamily="34" charset="0"/>
                </a:rPr>
                <a:t> de </a:t>
              </a:r>
              <a:r>
                <a:rPr lang="fr-FR" sz="600" baseline="0" noProof="0" dirty="0"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MS Mincho"/>
                  <a:cs typeface="Arial" panose="020B0604020202020204" pitchFamily="34" charset="0"/>
                </a:rPr>
                <a:t>dernière</a:t>
              </a:r>
              <a:r>
                <a:rPr lang="en-US" sz="600" baseline="0" dirty="0"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MS Mincho"/>
                  <a:cs typeface="Arial" panose="020B0604020202020204" pitchFamily="34" charset="0"/>
                </a:rPr>
                <a:t> modification du document </a:t>
              </a:r>
            </a:p>
            <a:p>
              <a:pPr marL="260350" lvl="1" indent="-171450">
                <a:spcAft>
                  <a:spcPts val="0"/>
                </a:spcAft>
                <a:buFont typeface="Wingdings" panose="05000000000000000000" pitchFamily="2" charset="2"/>
                <a:buChar char="§"/>
              </a:pPr>
              <a:r>
                <a:rPr lang="fr-FR" sz="600" dirty="0"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MS Mincho"/>
                  <a:cs typeface="Arial" panose="020B0604020202020204" pitchFamily="34" charset="0"/>
                </a:rPr>
                <a:t>Avant toute diffusion vers l’extérieur, vérifier l’existence d’un lien juridique (contrat ou accord de non-divulgation - NDA)</a:t>
              </a:r>
            </a:p>
            <a:p>
              <a:pPr>
                <a:spcAft>
                  <a:spcPts val="0"/>
                </a:spcAft>
              </a:pPr>
              <a:r>
                <a:rPr lang="fr-FR" sz="600" b="1" dirty="0">
                  <a:effectLst/>
                  <a:latin typeface="Arial" panose="020B0604020202020204" pitchFamily="34" charset="0"/>
                  <a:ea typeface="MS Mincho"/>
                  <a:cs typeface="Arial" panose="020B0604020202020204" pitchFamily="34" charset="0"/>
                </a:rPr>
                <a:t> </a:t>
              </a:r>
              <a:endParaRPr lang="fr-FR" sz="600" dirty="0">
                <a:effectLst/>
                <a:latin typeface="Arial" panose="020B0604020202020204" pitchFamily="34" charset="0"/>
                <a:ea typeface="MS Mincho"/>
                <a:cs typeface="Arial" panose="020B0604020202020204" pitchFamily="34" charset="0"/>
              </a:endParaRPr>
            </a:p>
            <a:p>
              <a:pPr>
                <a:spcAft>
                  <a:spcPts val="0"/>
                </a:spcAft>
              </a:pPr>
              <a:r>
                <a:rPr lang="fr-FR" sz="600" b="1" dirty="0">
                  <a:effectLst/>
                  <a:latin typeface="Arial" panose="020B0604020202020204" pitchFamily="34" charset="0"/>
                  <a:ea typeface="MS Mincho"/>
                  <a:cs typeface="Arial" panose="020B0604020202020204" pitchFamily="34" charset="0"/>
                </a:rPr>
                <a:t>2 / Marquage de sensibilité du document :</a:t>
              </a:r>
              <a:endParaRPr lang="fr-FR" sz="600" dirty="0">
                <a:effectLst/>
                <a:latin typeface="Arial" panose="020B0604020202020204" pitchFamily="34" charset="0"/>
                <a:ea typeface="MS Mincho"/>
                <a:cs typeface="Arial" panose="020B0604020202020204" pitchFamily="34" charset="0"/>
              </a:endParaRPr>
            </a:p>
            <a:p>
              <a:pPr>
                <a:spcAft>
                  <a:spcPts val="0"/>
                </a:spcAft>
              </a:pPr>
              <a:r>
                <a:rPr lang="fr-FR" sz="600" b="1" dirty="0">
                  <a:effectLst/>
                  <a:latin typeface="Arial" panose="020B0604020202020204" pitchFamily="34" charset="0"/>
                  <a:ea typeface="MS Mincho"/>
                  <a:cs typeface="Arial" panose="020B0604020202020204" pitchFamily="34" charset="0"/>
                </a:rPr>
                <a:t> </a:t>
              </a:r>
              <a:endParaRPr lang="fr-FR" sz="600" dirty="0">
                <a:effectLst/>
                <a:latin typeface="Arial" panose="020B0604020202020204" pitchFamily="34" charset="0"/>
                <a:ea typeface="MS Mincho"/>
                <a:cs typeface="Arial" panose="020B0604020202020204" pitchFamily="34" charset="0"/>
              </a:endParaRPr>
            </a:p>
            <a:p>
              <a:pPr marL="88900" indent="0">
                <a:spcAft>
                  <a:spcPts val="0"/>
                </a:spcAft>
              </a:pPr>
              <a:r>
                <a:rPr lang="fr-FR" sz="600" b="1" dirty="0"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MS Mincho"/>
                  <a:cs typeface="Arial" panose="020B0604020202020204" pitchFamily="34" charset="0"/>
                </a:rPr>
                <a:t>2.1 Secret de défense nationale (SDN) ou secret du pays concerné :</a:t>
              </a:r>
              <a:endParaRPr lang="fr-FR" sz="6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MS Mincho"/>
                <a:cs typeface="Arial" panose="020B0604020202020204" pitchFamily="34" charset="0"/>
              </a:endParaRPr>
            </a:p>
            <a:p>
              <a:pPr marL="88900" indent="0">
                <a:spcAft>
                  <a:spcPts val="0"/>
                </a:spcAft>
              </a:pPr>
              <a:r>
                <a:rPr lang="fr-FR" sz="600" dirty="0"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MS Mincho"/>
                  <a:cs typeface="Arial" panose="020B0604020202020204" pitchFamily="34" charset="0"/>
                </a:rPr>
                <a:t>Se reporter au plan de gestion documentaire de l’offre ou du programme,</a:t>
              </a:r>
              <a:r>
                <a:rPr lang="fr-FR" sz="600" baseline="0" dirty="0"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MS Mincho"/>
                  <a:cs typeface="Arial" panose="020B0604020202020204" pitchFamily="34" charset="0"/>
                </a:rPr>
                <a:t> </a:t>
              </a:r>
              <a:r>
                <a:rPr lang="fr-FR" sz="600" dirty="0"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MS Mincho"/>
                  <a:cs typeface="Arial" panose="020B0604020202020204" pitchFamily="34" charset="0"/>
                </a:rPr>
                <a:t>au pan contractuel de sécurité, aux conditions de licence d’exportation.</a:t>
              </a:r>
              <a:endParaRPr lang="fr-FR" sz="6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MS Mincho"/>
                <a:cs typeface="Arial" panose="020B0604020202020204" pitchFamily="34" charset="0"/>
              </a:endParaRPr>
            </a:p>
            <a:p>
              <a:pPr marL="88900" indent="0">
                <a:spcAft>
                  <a:spcPts val="0"/>
                </a:spcAft>
              </a:pPr>
              <a:r>
                <a:rPr lang="fr-FR" sz="600" b="1" dirty="0">
                  <a:solidFill>
                    <a:schemeClr val="tx2"/>
                  </a:solidFill>
                  <a:effectLst/>
                  <a:latin typeface="Arial" panose="020B0604020202020204" pitchFamily="34" charset="0"/>
                  <a:ea typeface="MS Mincho"/>
                  <a:cs typeface="Arial" panose="020B0604020202020204" pitchFamily="34" charset="0"/>
                </a:rPr>
                <a:t>Le tampon DR s’applique OBLIGATOIREMENT en haut et centré et le tampon SF tout de suite à droite ou au dessous du tampon DR sans modification de la taille .</a:t>
              </a:r>
            </a:p>
            <a:p>
              <a:pPr marL="88900" indent="0">
                <a:spcAft>
                  <a:spcPts val="0"/>
                </a:spcAft>
              </a:pPr>
              <a:endParaRPr lang="fr-FR" sz="600" b="1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MS Mincho"/>
                <a:cs typeface="Arial" panose="020B0604020202020204" pitchFamily="34" charset="0"/>
              </a:endParaRPr>
            </a:p>
            <a:p>
              <a:pPr marL="88900" indent="0">
                <a:spcAft>
                  <a:spcPts val="0"/>
                </a:spcAft>
              </a:pPr>
              <a:endParaRPr lang="fr-FR" sz="600" b="1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MS Mincho"/>
                <a:cs typeface="Arial" panose="020B0604020202020204" pitchFamily="34" charset="0"/>
              </a:endParaRPr>
            </a:p>
            <a:p>
              <a:pPr marL="88900" indent="0">
                <a:spcAft>
                  <a:spcPts val="0"/>
                </a:spcAft>
              </a:pPr>
              <a:endParaRPr lang="fr-FR" sz="600" b="1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MS Mincho"/>
                <a:cs typeface="Arial" panose="020B0604020202020204" pitchFamily="34" charset="0"/>
              </a:endParaRPr>
            </a:p>
            <a:p>
              <a:pPr marL="88900" indent="0">
                <a:spcAft>
                  <a:spcPts val="0"/>
                </a:spcAft>
              </a:pPr>
              <a:endParaRPr lang="fr-FR" sz="600" b="1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MS Mincho"/>
                <a:cs typeface="Arial" panose="020B0604020202020204" pitchFamily="34" charset="0"/>
              </a:endParaRPr>
            </a:p>
            <a:p>
              <a:pPr marL="88900" indent="0">
                <a:spcAft>
                  <a:spcPts val="0"/>
                </a:spcAft>
              </a:pPr>
              <a:endParaRPr lang="fr-FR" sz="600" b="1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MS Mincho"/>
                <a:cs typeface="Arial" panose="020B0604020202020204" pitchFamily="34" charset="0"/>
              </a:endParaRPr>
            </a:p>
            <a:p>
              <a:pPr marL="88900" indent="0">
                <a:spcAft>
                  <a:spcPts val="0"/>
                </a:spcAft>
              </a:pPr>
              <a:endParaRPr lang="fr-FR" sz="600" b="1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MS Mincho"/>
                <a:cs typeface="Arial" panose="020B0604020202020204" pitchFamily="34" charset="0"/>
              </a:endParaRPr>
            </a:p>
            <a:p>
              <a:pPr marL="88900" indent="0">
                <a:spcAft>
                  <a:spcPts val="0"/>
                </a:spcAft>
              </a:pPr>
              <a:endParaRPr lang="fr-FR" sz="600" b="1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MS Mincho"/>
                <a:cs typeface="Arial" panose="020B0604020202020204" pitchFamily="34" charset="0"/>
              </a:endParaRPr>
            </a:p>
            <a:p>
              <a:pPr marL="88900" indent="0">
                <a:spcAft>
                  <a:spcPts val="0"/>
                </a:spcAft>
              </a:pPr>
              <a:endParaRPr lang="fr-FR" sz="6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MS Mincho"/>
                <a:cs typeface="Arial" panose="020B0604020202020204" pitchFamily="34" charset="0"/>
              </a:endParaRPr>
            </a:p>
            <a:p>
              <a:pPr marL="88900" indent="0">
                <a:spcAft>
                  <a:spcPts val="0"/>
                </a:spcAft>
              </a:pPr>
              <a:endParaRPr lang="fr-FR" sz="6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MS Mincho"/>
                <a:cs typeface="Arial" panose="020B0604020202020204" pitchFamily="34" charset="0"/>
              </a:endParaRPr>
            </a:p>
            <a:p>
              <a:pPr marL="88900" indent="0">
                <a:spcAft>
                  <a:spcPts val="0"/>
                </a:spcAft>
              </a:pPr>
              <a:endParaRPr lang="fr-FR" sz="6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MS Mincho"/>
                <a:cs typeface="Arial" panose="020B0604020202020204" pitchFamily="34" charset="0"/>
              </a:endParaRPr>
            </a:p>
            <a:p>
              <a:pPr marL="88900" indent="0">
                <a:spcAft>
                  <a:spcPts val="0"/>
                </a:spcAft>
              </a:pPr>
              <a:endParaRPr lang="fr-FR" sz="6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MS Mincho"/>
                <a:cs typeface="Arial" panose="020B0604020202020204" pitchFamily="34" charset="0"/>
              </a:endParaRPr>
            </a:p>
            <a:p>
              <a:pPr marL="88900" indent="0">
                <a:spcAft>
                  <a:spcPts val="0"/>
                </a:spcAft>
              </a:pPr>
              <a:endParaRPr lang="fr-FR" sz="6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MS Mincho"/>
                <a:cs typeface="Arial" panose="020B0604020202020204" pitchFamily="34" charset="0"/>
              </a:endParaRPr>
            </a:p>
            <a:p>
              <a:pPr marL="88900" indent="0">
                <a:spcAft>
                  <a:spcPts val="0"/>
                </a:spcAft>
              </a:pPr>
              <a:r>
                <a:rPr lang="fr-FR" sz="600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604020202020204" pitchFamily="34" charset="0"/>
                  <a:ea typeface="MS Mincho"/>
                  <a:cs typeface="Arial" panose="020B0604020202020204" pitchFamily="34" charset="0"/>
                </a:rPr>
                <a:t>Si aucun marquage de protection SDN n’est nécessaire, indiquer un marquage « </a:t>
              </a:r>
              <a:r>
                <a:rPr lang="fr-FR" sz="600" b="1" i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604020202020204" pitchFamily="34" charset="0"/>
                  <a:ea typeface="MS Mincho"/>
                  <a:cs typeface="Arial" panose="020B0604020202020204" pitchFamily="34" charset="0"/>
                </a:rPr>
                <a:t>Corporate Sensitivity</a:t>
              </a:r>
              <a:r>
                <a:rPr lang="fr-FR" sz="600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604020202020204" pitchFamily="34" charset="0"/>
                  <a:ea typeface="MS Mincho"/>
                  <a:cs typeface="Arial" panose="020B0604020202020204" pitchFamily="34" charset="0"/>
                </a:rPr>
                <a:t> ».</a:t>
              </a:r>
              <a:endParaRPr lang="en-GB" sz="600" b="1" dirty="0">
                <a:solidFill>
                  <a:srgbClr val="000000"/>
                </a:solidFill>
                <a:latin typeface="Arial" panose="020B0604020202020204" pitchFamily="34" charset="0"/>
                <a:ea typeface="MS Mincho"/>
                <a:cs typeface="Arial" panose="020B0604020202020204" pitchFamily="34" charset="0"/>
              </a:endParaRPr>
            </a:p>
            <a:p>
              <a:pPr marL="88900" lvl="0" indent="0">
                <a:spcAft>
                  <a:spcPts val="0"/>
                </a:spcAft>
              </a:pPr>
              <a:r>
                <a:rPr lang="en-GB" sz="600" b="1" dirty="0">
                  <a:solidFill>
                    <a:srgbClr val="000000"/>
                  </a:solidFill>
                  <a:latin typeface="Arial" panose="020B0604020202020204" pitchFamily="34" charset="0"/>
                  <a:ea typeface="MS Mincho"/>
                  <a:cs typeface="Arial" panose="020B0604020202020204" pitchFamily="34" charset="0"/>
                </a:rPr>
                <a:t>2.2 </a:t>
              </a:r>
              <a:r>
                <a:rPr lang="fr-FR" sz="600" b="1" dirty="0">
                  <a:solidFill>
                    <a:srgbClr val="000000"/>
                  </a:solidFill>
                  <a:latin typeface="Arial" panose="020B0604020202020204" pitchFamily="34" charset="0"/>
                  <a:ea typeface="MS Mincho"/>
                  <a:cs typeface="Arial" panose="020B0604020202020204" pitchFamily="34" charset="0"/>
                </a:rPr>
                <a:t>Marquage</a:t>
              </a:r>
              <a:r>
                <a:rPr lang="en-GB" sz="600" b="1" dirty="0">
                  <a:solidFill>
                    <a:srgbClr val="000000"/>
                  </a:solidFill>
                  <a:latin typeface="Arial" panose="020B0604020202020204" pitchFamily="34" charset="0"/>
                  <a:ea typeface="MS Mincho"/>
                  <a:cs typeface="Arial" panose="020B0604020202020204" pitchFamily="34" charset="0"/>
                </a:rPr>
                <a:t> « </a:t>
              </a:r>
              <a:r>
                <a:rPr lang="en-GB" sz="600" b="1" i="1" dirty="0">
                  <a:solidFill>
                    <a:srgbClr val="000000"/>
                  </a:solidFill>
                  <a:latin typeface="Arial" panose="020B0604020202020204" pitchFamily="34" charset="0"/>
                  <a:ea typeface="MS Mincho"/>
                  <a:cs typeface="Arial" panose="020B0604020202020204" pitchFamily="34" charset="0"/>
                </a:rPr>
                <a:t>Corporate Sensitivity</a:t>
              </a:r>
              <a:r>
                <a:rPr lang="en-GB" sz="600" b="1" dirty="0">
                  <a:solidFill>
                    <a:srgbClr val="000000"/>
                  </a:solidFill>
                  <a:latin typeface="Arial" panose="020B0604020202020204" pitchFamily="34" charset="0"/>
                  <a:ea typeface="MS Mincho"/>
                  <a:cs typeface="Arial" panose="020B0604020202020204" pitchFamily="34" charset="0"/>
                </a:rPr>
                <a:t> » (CS) :</a:t>
              </a:r>
              <a:endParaRPr lang="fr-FR" sz="600" dirty="0">
                <a:solidFill>
                  <a:srgbClr val="000000"/>
                </a:solidFill>
                <a:latin typeface="Arial" panose="020B0604020202020204" pitchFamily="34" charset="0"/>
                <a:ea typeface="MS Mincho"/>
                <a:cs typeface="Arial" panose="020B0604020202020204" pitchFamily="34" charset="0"/>
              </a:endParaRPr>
            </a:p>
            <a:p>
              <a:pPr marL="260350" lvl="0" indent="-171450">
                <a:spcAft>
                  <a:spcPts val="0"/>
                </a:spcAft>
                <a:buFont typeface="Wingdings" panose="05000000000000000000" pitchFamily="2" charset="2"/>
                <a:buChar char="§"/>
              </a:pPr>
              <a:r>
                <a:rPr lang="fr-FR" sz="600" dirty="0">
                  <a:solidFill>
                    <a:srgbClr val="000000"/>
                  </a:solidFill>
                  <a:latin typeface="Arial" panose="020B0604020202020204" pitchFamily="34" charset="0"/>
                  <a:ea typeface="MS Mincho"/>
                  <a:cs typeface="Arial" panose="020B0604020202020204" pitchFamily="34" charset="0"/>
                </a:rPr>
                <a:t>Vérifier le niveau de sensibilité du tampon CS présent en bas de page.</a:t>
              </a:r>
            </a:p>
            <a:p>
              <a:pPr marL="260350" lvl="0" indent="-171450">
                <a:spcAft>
                  <a:spcPts val="0"/>
                </a:spcAft>
                <a:buFont typeface="Wingdings" panose="05000000000000000000" pitchFamily="2" charset="2"/>
                <a:buChar char="§"/>
              </a:pPr>
              <a:r>
                <a:rPr lang="fr-FR" sz="600" dirty="0">
                  <a:solidFill>
                    <a:srgbClr val="000000"/>
                  </a:solidFill>
                  <a:latin typeface="Arial" panose="020B0604020202020204" pitchFamily="34" charset="0"/>
                  <a:ea typeface="MS Mincho"/>
                  <a:cs typeface="Arial" panose="020B0604020202020204" pitchFamily="34" charset="0"/>
                </a:rPr>
                <a:t>Pour le modifier, cliquer dans  le menu sur Affichage &gt; Masque des diapositives </a:t>
              </a:r>
            </a:p>
            <a:p>
              <a:pPr marL="260350" lvl="0" indent="-171450">
                <a:spcAft>
                  <a:spcPts val="0"/>
                </a:spcAft>
                <a:buFont typeface="Wingdings" panose="05000000000000000000" pitchFamily="2" charset="2"/>
                <a:buChar char="§"/>
              </a:pPr>
              <a:r>
                <a:rPr lang="fr-FR" sz="600" dirty="0">
                  <a:solidFill>
                    <a:srgbClr val="000000"/>
                  </a:solidFill>
                  <a:latin typeface="Arial" panose="020B0604020202020204" pitchFamily="34" charset="0"/>
                  <a:ea typeface="MS Mincho"/>
                  <a:cs typeface="Arial" panose="020B0604020202020204" pitchFamily="34" charset="0"/>
                </a:rPr>
                <a:t>Remplacer </a:t>
              </a:r>
              <a:r>
                <a:rPr lang="fr-FR" sz="600" b="1" dirty="0">
                  <a:solidFill>
                    <a:srgbClr val="000000"/>
                  </a:solidFill>
                  <a:latin typeface="Arial" panose="020B0604020202020204" pitchFamily="34" charset="0"/>
                  <a:ea typeface="MS Mincho"/>
                  <a:cs typeface="Arial" panose="020B0604020202020204" pitchFamily="34" charset="0"/>
                </a:rPr>
                <a:t>sur la première diapositive  </a:t>
              </a:r>
              <a:r>
                <a:rPr lang="fr-FR" sz="600" dirty="0">
                  <a:solidFill>
                    <a:srgbClr val="000000"/>
                  </a:solidFill>
                  <a:latin typeface="Arial" panose="020B0604020202020204" pitchFamily="34" charset="0"/>
                  <a:ea typeface="MS Mincho"/>
                  <a:cs typeface="Arial" panose="020B0604020202020204" pitchFamily="34" charset="0"/>
                </a:rPr>
                <a:t>en bas de page</a:t>
              </a:r>
              <a:r>
                <a:rPr lang="fr-FR" sz="600" b="1" dirty="0">
                  <a:solidFill>
                    <a:srgbClr val="000000"/>
                  </a:solidFill>
                  <a:latin typeface="Arial" panose="020B0604020202020204" pitchFamily="34" charset="0"/>
                  <a:ea typeface="MS Mincho"/>
                  <a:cs typeface="Arial" panose="020B0604020202020204" pitchFamily="34" charset="0"/>
                </a:rPr>
                <a:t>, </a:t>
              </a:r>
              <a:r>
                <a:rPr lang="fr-FR" sz="600" dirty="0">
                  <a:solidFill>
                    <a:srgbClr val="000000"/>
                  </a:solidFill>
                  <a:latin typeface="Arial" panose="020B0604020202020204" pitchFamily="34" charset="0"/>
                  <a:ea typeface="MS Mincho"/>
                  <a:cs typeface="Arial" panose="020B0604020202020204" pitchFamily="34" charset="0"/>
                </a:rPr>
                <a:t>le niveau de sensibilité du tampon CS INTERNAL par l’un des marquages suivants :</a:t>
              </a:r>
            </a:p>
            <a:p>
              <a:pPr algn="ctr">
                <a:spcAft>
                  <a:spcPts val="0"/>
                </a:spcAft>
              </a:pPr>
              <a:r>
                <a:rPr lang="fr-FR" sz="600" b="1" dirty="0">
                  <a:solidFill>
                    <a:srgbClr val="000000"/>
                  </a:solidFill>
                  <a:latin typeface="Arial" panose="020B0604020202020204" pitchFamily="34" charset="0"/>
                  <a:ea typeface="MS Mincho"/>
                  <a:cs typeface="Arial" panose="020B0604020202020204" pitchFamily="34" charset="0"/>
                </a:rPr>
                <a:t>PUBLIC  INTERNAL  CONFIDENTIAL  SECRET</a:t>
              </a:r>
            </a:p>
            <a:p>
              <a:pPr algn="ctr">
                <a:spcAft>
                  <a:spcPts val="0"/>
                </a:spcAft>
              </a:pPr>
              <a:endParaRPr lang="fr-FR" sz="600" dirty="0">
                <a:solidFill>
                  <a:srgbClr val="000000"/>
                </a:solidFill>
                <a:latin typeface="Arial" panose="020B0604020202020204" pitchFamily="34" charset="0"/>
                <a:ea typeface="MS Mincho"/>
                <a:cs typeface="Arial" panose="020B0604020202020204" pitchFamily="34" charset="0"/>
              </a:endParaRPr>
            </a:p>
            <a:p>
              <a:pPr>
                <a:spcAft>
                  <a:spcPts val="0"/>
                </a:spcAft>
              </a:pPr>
              <a:r>
                <a:rPr lang="fr-FR" sz="600" b="1" dirty="0">
                  <a:solidFill>
                    <a:srgbClr val="FF0000"/>
                  </a:solidFill>
                  <a:latin typeface="Arial" panose="020B0604020202020204" pitchFamily="34" charset="0"/>
                  <a:ea typeface="MS Mincho"/>
                  <a:cs typeface="Arial" panose="020B0604020202020204" pitchFamily="34" charset="0"/>
                </a:rPr>
                <a:t>Attention</a:t>
              </a:r>
              <a:r>
                <a:rPr lang="fr-FR" sz="600" b="1" dirty="0">
                  <a:latin typeface="Arial" panose="020B0604020202020204" pitchFamily="34" charset="0"/>
                  <a:ea typeface="MS Mincho"/>
                  <a:cs typeface="Arial" panose="020B0604020202020204" pitchFamily="34" charset="0"/>
                </a:rPr>
                <a:t> </a:t>
              </a:r>
              <a:r>
                <a:rPr lang="fr-FR" sz="600" b="1" dirty="0">
                  <a:solidFill>
                    <a:srgbClr val="FF0000"/>
                  </a:solidFill>
                  <a:latin typeface="Arial" panose="020B0604020202020204" pitchFamily="34" charset="0"/>
                  <a:ea typeface="MS Mincho"/>
                  <a:cs typeface="Arial" panose="020B0604020202020204" pitchFamily="34" charset="0"/>
                </a:rPr>
                <a:t>: un document de niveau CS SECRET ne peut pas être partagé avec un tiers (y compris filiale) et doit être systématiquement chiffré</a:t>
              </a:r>
              <a:endParaRPr lang="fr-FR" sz="200" dirty="0">
                <a:latin typeface="NavalGroup Sans Regular"/>
                <a:ea typeface="MS Mincho"/>
                <a:cs typeface="Times New Roman"/>
              </a:endParaRPr>
            </a:p>
            <a:p>
              <a:pPr marL="8890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lang="fr-FR" sz="6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MS Mincho"/>
                <a:cs typeface="Arial" panose="020B0604020202020204" pitchFamily="34" charset="0"/>
              </a:endParaRPr>
            </a:p>
            <a:p>
              <a:pPr marL="88900" lvl="0" indent="0">
                <a:spcAft>
                  <a:spcPts val="0"/>
                </a:spcAft>
              </a:pPr>
              <a:endParaRPr lang="en-GB" sz="6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MS Mincho"/>
                <a:cs typeface="Arial" panose="020B0604020202020204" pitchFamily="34" charset="0"/>
              </a:endParaRPr>
            </a:p>
          </p:txBody>
        </p:sp>
      </p:grpSp>
      <p:sp>
        <p:nvSpPr>
          <p:cNvPr id="43" name="ZoneTexte 42">
            <a:extLst>
              <a:ext uri="{FF2B5EF4-FFF2-40B4-BE49-F238E27FC236}">
                <a16:creationId xmlns:a16="http://schemas.microsoft.com/office/drawing/2014/main" id="{6259D767-5DA8-40A8-A23D-5EFC6EE6E29D}"/>
              </a:ext>
            </a:extLst>
          </p:cNvPr>
          <p:cNvSpPr txBox="1"/>
          <p:nvPr userDrawn="1"/>
        </p:nvSpPr>
        <p:spPr>
          <a:xfrm>
            <a:off x="3286972" y="657630"/>
            <a:ext cx="5254829" cy="236406"/>
          </a:xfrm>
          <a:prstGeom prst="rect">
            <a:avLst/>
          </a:prstGeom>
          <a:noFill/>
          <a:ln>
            <a:noFill/>
          </a:ln>
        </p:spPr>
        <p:txBody>
          <a:bodyPr wrap="square" tIns="36000" rtlCol="0">
            <a:spAutoFit/>
          </a:bodyPr>
          <a:lstStyle/>
          <a:p>
            <a:r>
              <a:rPr lang="fr-FR" sz="1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Il est </a:t>
            </a:r>
            <a:r>
              <a:rPr lang="fr-FR" sz="1000" b="1" u="sng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obligatoire de mettre à jour</a:t>
            </a:r>
            <a:r>
              <a:rPr lang="fr-FR" sz="1000" b="1" u="none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les éléments suivants avant utilisation du modèle</a:t>
            </a:r>
          </a:p>
        </p:txBody>
      </p:sp>
      <p:sp>
        <p:nvSpPr>
          <p:cNvPr id="44" name="Zone de texte 17">
            <a:extLst>
              <a:ext uri="{FF2B5EF4-FFF2-40B4-BE49-F238E27FC236}">
                <a16:creationId xmlns:a16="http://schemas.microsoft.com/office/drawing/2014/main" id="{8CDDE88F-3E45-4AF1-845B-BA3DED5CF84D}"/>
              </a:ext>
            </a:extLst>
          </p:cNvPr>
          <p:cNvSpPr txBox="1"/>
          <p:nvPr userDrawn="1"/>
        </p:nvSpPr>
        <p:spPr>
          <a:xfrm>
            <a:off x="4748403" y="877104"/>
            <a:ext cx="3837542" cy="198579"/>
          </a:xfrm>
          <a:prstGeom prst="rect">
            <a:avLst/>
          </a:prstGeom>
          <a:noFill/>
          <a:ln w="1270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spcAft>
                <a:spcPts val="0"/>
              </a:spcAft>
            </a:pPr>
            <a:r>
              <a:rPr lang="fr-FR" sz="700" i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MS Mincho"/>
                <a:cs typeface="Arial" panose="020B0604020202020204" pitchFamily="34" charset="0"/>
              </a:rPr>
              <a:t>Cf. détails dans l’instruction 000110962 « Directive de marquage et protection des données ».</a:t>
            </a:r>
            <a:endParaRPr lang="fr-FR" sz="700" dirty="0">
              <a:solidFill>
                <a:srgbClr val="000000"/>
              </a:solidFill>
              <a:effectLst/>
              <a:latin typeface="Arial" panose="020B0604020202020204" pitchFamily="34" charset="0"/>
              <a:ea typeface="MS Mincho"/>
              <a:cs typeface="Arial" panose="020B0604020202020204" pitchFamily="34" charset="0"/>
            </a:endParaRPr>
          </a:p>
          <a:p>
            <a:pPr>
              <a:spcAft>
                <a:spcPts val="0"/>
              </a:spcAft>
            </a:pPr>
            <a:endParaRPr lang="fr-FR" sz="200" dirty="0">
              <a:effectLst/>
              <a:latin typeface="NavalGroup Sans Regular"/>
              <a:ea typeface="MS Mincho"/>
              <a:cs typeface="Times New Roman"/>
            </a:endParaRPr>
          </a:p>
        </p:txBody>
      </p:sp>
      <p:grpSp>
        <p:nvGrpSpPr>
          <p:cNvPr id="45" name="Groupe 44">
            <a:extLst>
              <a:ext uri="{FF2B5EF4-FFF2-40B4-BE49-F238E27FC236}">
                <a16:creationId xmlns:a16="http://schemas.microsoft.com/office/drawing/2014/main" id="{77741EF0-BEB6-4C32-8976-F3276F9C7628}"/>
              </a:ext>
            </a:extLst>
          </p:cNvPr>
          <p:cNvGrpSpPr/>
          <p:nvPr userDrawn="1"/>
        </p:nvGrpSpPr>
        <p:grpSpPr>
          <a:xfrm>
            <a:off x="6136471" y="2480694"/>
            <a:ext cx="2808000" cy="2248726"/>
            <a:chOff x="6181155" y="1120861"/>
            <a:chExt cx="2808000" cy="3659088"/>
          </a:xfrm>
        </p:grpSpPr>
        <p:sp>
          <p:nvSpPr>
            <p:cNvPr id="47" name="Zone de texte 17">
              <a:extLst>
                <a:ext uri="{FF2B5EF4-FFF2-40B4-BE49-F238E27FC236}">
                  <a16:creationId xmlns:a16="http://schemas.microsoft.com/office/drawing/2014/main" id="{DFEE9FF0-15C5-4D2E-87A6-4308685DED66}"/>
                </a:ext>
              </a:extLst>
            </p:cNvPr>
            <p:cNvSpPr txBox="1"/>
            <p:nvPr userDrawn="1"/>
          </p:nvSpPr>
          <p:spPr>
            <a:xfrm>
              <a:off x="6181155" y="1532798"/>
              <a:ext cx="2808000" cy="3247151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Aft>
                  <a:spcPts val="0"/>
                </a:spcAft>
              </a:pPr>
              <a:r>
                <a:rPr lang="fr-FR" sz="600" b="1" dirty="0">
                  <a:effectLst/>
                  <a:latin typeface="Arial" panose="020B0604020202020204" pitchFamily="34" charset="0"/>
                  <a:ea typeface="MS Mincho"/>
                  <a:cs typeface="Arial" panose="020B0604020202020204" pitchFamily="34" charset="0"/>
                </a:rPr>
                <a:t>3 / Marquages complémentaires</a:t>
              </a:r>
              <a:endParaRPr lang="fr-FR" sz="600" dirty="0">
                <a:effectLst/>
                <a:latin typeface="Arial" panose="020B0604020202020204" pitchFamily="34" charset="0"/>
                <a:ea typeface="MS Mincho"/>
                <a:cs typeface="Arial" panose="020B0604020202020204" pitchFamily="34" charset="0"/>
              </a:endParaRPr>
            </a:p>
            <a:p>
              <a:pPr marL="266700" indent="-171450">
                <a:spcAft>
                  <a:spcPts val="0"/>
                </a:spcAft>
                <a:buFont typeface="Wingdings" panose="05000000000000000000" pitchFamily="2" charset="2"/>
                <a:buChar char="§"/>
              </a:pPr>
              <a:r>
                <a:rPr lang="fr-FR" sz="600" b="1" dirty="0"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Calibri"/>
                  <a:cs typeface="Arial" panose="020B0604020202020204" pitchFamily="34" charset="0"/>
                </a:rPr>
                <a:t>N° de NDA ou clauses contractuelles </a:t>
              </a:r>
            </a:p>
            <a:p>
              <a:pPr marL="266700" indent="-171450">
                <a:spcAft>
                  <a:spcPts val="0"/>
                </a:spcAft>
                <a:buFont typeface="Wingdings" panose="05000000000000000000" pitchFamily="2" charset="2"/>
                <a:buChar char="§"/>
              </a:pPr>
              <a:endParaRPr lang="fr-FR" sz="6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/>
                <a:cs typeface="Arial" panose="020B0604020202020204" pitchFamily="34" charset="0"/>
              </a:endParaRPr>
            </a:p>
            <a:p>
              <a:pPr marL="95250" indent="0">
                <a:spcAft>
                  <a:spcPts val="0"/>
                </a:spcAft>
                <a:buFont typeface="Arial" panose="020B0604020202020204" pitchFamily="34" charset="0"/>
                <a:buNone/>
              </a:pPr>
              <a:endParaRPr lang="fr-FR" sz="6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/>
                <a:cs typeface="Arial" panose="020B0604020202020204" pitchFamily="34" charset="0"/>
              </a:endParaRPr>
            </a:p>
            <a:p>
              <a:pPr marL="95250" indent="0">
                <a:spcAft>
                  <a:spcPts val="0"/>
                </a:spcAft>
                <a:buFont typeface="Arial" panose="020B0604020202020204" pitchFamily="34" charset="0"/>
                <a:buNone/>
              </a:pPr>
              <a:endParaRPr lang="fr-FR" sz="6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/>
                <a:cs typeface="Arial" panose="020B0604020202020204" pitchFamily="34" charset="0"/>
              </a:endParaRPr>
            </a:p>
            <a:p>
              <a:pPr marL="266700" indent="-171450">
                <a:spcAft>
                  <a:spcPts val="0"/>
                </a:spcAft>
                <a:buFont typeface="Wingdings" panose="05000000000000000000" pitchFamily="2" charset="2"/>
                <a:buChar char="§"/>
              </a:pPr>
              <a:r>
                <a:rPr lang="fr-FR" sz="600" b="1" dirty="0"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Calibri"/>
                  <a:cs typeface="Arial" panose="020B0604020202020204" pitchFamily="34" charset="0"/>
                </a:rPr>
                <a:t>Le périmètre de restriction de diffusion si le principe du besoin d’en connaître n’est pas suffisant</a:t>
              </a:r>
            </a:p>
            <a:p>
              <a:pPr marL="95250" indent="0">
                <a:spcAft>
                  <a:spcPts val="0"/>
                </a:spcAft>
                <a:buFont typeface="Arial" panose="020B0604020202020204" pitchFamily="34" charset="0"/>
                <a:buNone/>
              </a:pPr>
              <a:endParaRPr lang="fr-FR" sz="6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MS Mincho"/>
                <a:cs typeface="Arial" panose="020B0604020202020204" pitchFamily="34" charset="0"/>
              </a:endParaRPr>
            </a:p>
            <a:p>
              <a:pPr marL="95250" indent="0">
                <a:spcAft>
                  <a:spcPts val="0"/>
                </a:spcAft>
                <a:buFont typeface="Arial" panose="020B0604020202020204" pitchFamily="34" charset="0"/>
                <a:buNone/>
              </a:pPr>
              <a:endParaRPr lang="fr-FR" sz="6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MS Mincho"/>
                <a:cs typeface="Arial" panose="020B0604020202020204" pitchFamily="34" charset="0"/>
              </a:endParaRPr>
            </a:p>
            <a:p>
              <a:pPr marL="95250" indent="0">
                <a:spcAft>
                  <a:spcPts val="0"/>
                </a:spcAft>
                <a:buFont typeface="Arial" panose="020B0604020202020204" pitchFamily="34" charset="0"/>
                <a:buNone/>
              </a:pPr>
              <a:endParaRPr lang="fr-FR" sz="6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MS Mincho"/>
                <a:cs typeface="Arial" panose="020B0604020202020204" pitchFamily="34" charset="0"/>
              </a:endParaRPr>
            </a:p>
            <a:p>
              <a:r>
                <a:rPr lang="fr-FR" sz="600" kern="1200" dirty="0"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MS Mincho"/>
                  <a:cs typeface="Arial" panose="020B0604020202020204" pitchFamily="34" charset="0"/>
                </a:rPr>
                <a:t>Ces marquages complémentaires doivent idéalement être apposés à côté du marquage CS, ils peuvent aussi, dans certains cas, être fusionnés avec le marquage CS.</a:t>
              </a:r>
            </a:p>
            <a:p>
              <a:r>
                <a:rPr lang="fr-FR" sz="600" kern="1200" dirty="0"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MS Mincho"/>
                  <a:cs typeface="Arial" panose="020B0604020202020204" pitchFamily="34" charset="0"/>
                </a:rPr>
                <a:t> </a:t>
              </a:r>
              <a:endParaRPr lang="fr-FR" sz="600" dirty="0">
                <a:effectLst/>
                <a:latin typeface="Arial" panose="020B0604020202020204" pitchFamily="34" charset="0"/>
                <a:ea typeface="MS Mincho"/>
                <a:cs typeface="Arial" panose="020B0604020202020204" pitchFamily="34" charset="0"/>
              </a:endParaRPr>
            </a:p>
            <a:p>
              <a:pPr>
                <a:spcAft>
                  <a:spcPts val="0"/>
                </a:spcAft>
              </a:pPr>
              <a:r>
                <a:rPr lang="fr-FR" sz="600" b="1" dirty="0">
                  <a:effectLst/>
                  <a:latin typeface="Arial" panose="020B0604020202020204" pitchFamily="34" charset="0"/>
                  <a:ea typeface="MS Mincho"/>
                  <a:cs typeface="Arial" panose="020B0604020202020204" pitchFamily="34" charset="0"/>
                </a:rPr>
                <a:t>4 / Marquage du Contrôle Export :</a:t>
              </a:r>
              <a:endParaRPr lang="fr-FR" sz="600" dirty="0">
                <a:effectLst/>
                <a:latin typeface="Arial" panose="020B0604020202020204" pitchFamily="34" charset="0"/>
                <a:ea typeface="MS Mincho"/>
                <a:cs typeface="Arial" panose="020B0604020202020204" pitchFamily="34" charset="0"/>
              </a:endParaRPr>
            </a:p>
            <a:p>
              <a:pPr marL="260350" indent="-171450">
                <a:spcAft>
                  <a:spcPts val="0"/>
                </a:spcAft>
                <a:buFont typeface="Wingdings" panose="05000000000000000000" pitchFamily="2" charset="2"/>
                <a:buChar char="§"/>
              </a:pPr>
              <a:r>
                <a:rPr lang="fr-FR" sz="600" dirty="0"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MS Mincho"/>
                  <a:cs typeface="Arial" panose="020B0604020202020204" pitchFamily="34" charset="0"/>
                </a:rPr>
                <a:t>Vérifier dans le contrat l’obligation de marquage </a:t>
              </a:r>
            </a:p>
            <a:p>
              <a:pPr marL="260350" indent="-171450">
                <a:spcAft>
                  <a:spcPts val="0"/>
                </a:spcAft>
                <a:buFont typeface="Wingdings" panose="05000000000000000000" pitchFamily="2" charset="2"/>
                <a:buChar char="§"/>
              </a:pPr>
              <a:r>
                <a:rPr lang="fr-FR" sz="600" dirty="0"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MS Mincho"/>
                  <a:cs typeface="Arial" panose="020B0604020202020204" pitchFamily="34" charset="0"/>
                </a:rPr>
                <a:t>Si nécessaire, apposer le tampon ci-dessous à droite de celui du marquage CS en remplaçant </a:t>
              </a:r>
              <a:r>
                <a:rPr lang="fr-FR" sz="600" b="1" dirty="0"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MS Mincho"/>
                  <a:cs typeface="Arial" panose="020B0604020202020204" pitchFamily="34" charset="0"/>
                </a:rPr>
                <a:t>&lt;NATIONALITY&gt; </a:t>
              </a:r>
              <a:r>
                <a:rPr lang="fr-FR" sz="600" dirty="0"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MS Mincho"/>
                  <a:cs typeface="Arial" panose="020B0604020202020204" pitchFamily="34" charset="0"/>
                </a:rPr>
                <a:t>par celle du pays émetteur</a:t>
              </a:r>
              <a:r>
                <a:rPr lang="fr-FR" sz="600" dirty="0">
                  <a:effectLst/>
                  <a:latin typeface="Arial" panose="020B0604020202020204" pitchFamily="34" charset="0"/>
                  <a:ea typeface="MS Mincho"/>
                  <a:cs typeface="Arial" panose="020B0604020202020204" pitchFamily="34" charset="0"/>
                </a:rPr>
                <a:t> </a:t>
              </a: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506959F4-B800-42D5-8741-16BECBCB6424}"/>
                </a:ext>
              </a:extLst>
            </p:cNvPr>
            <p:cNvSpPr/>
            <p:nvPr userDrawn="1"/>
          </p:nvSpPr>
          <p:spPr>
            <a:xfrm>
              <a:off x="6857671" y="1972260"/>
              <a:ext cx="1260000" cy="288000"/>
            </a:xfrm>
            <a:prstGeom prst="rect">
              <a:avLst/>
            </a:prstGeom>
            <a:solidFill>
              <a:schemeClr val="bg1"/>
            </a:solidFill>
            <a:ln w="12700" cmpd="sng">
              <a:solidFill>
                <a:srgbClr val="000000"/>
              </a:solidFill>
              <a:miter lim="800000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fr-FR" sz="600" b="1" i="0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N° DE NDA OU CLAUSES CONTRACTUELLES</a:t>
              </a:r>
              <a:endParaRPr lang="fr-FR" sz="800" b="1" i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FF24B58E-4F3D-426C-8912-404E3F3A902B}"/>
                </a:ext>
              </a:extLst>
            </p:cNvPr>
            <p:cNvSpPr/>
            <p:nvPr userDrawn="1"/>
          </p:nvSpPr>
          <p:spPr>
            <a:xfrm>
              <a:off x="6919155" y="2724809"/>
              <a:ext cx="1107850" cy="288000"/>
            </a:xfrm>
            <a:prstGeom prst="rect">
              <a:avLst/>
            </a:prstGeom>
            <a:solidFill>
              <a:schemeClr val="bg1"/>
            </a:solidFill>
            <a:ln w="12700" cmpd="sng">
              <a:solidFill>
                <a:srgbClr val="000000"/>
              </a:solidFill>
              <a:miter lim="800000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fr-FR" sz="600" b="1" i="0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Périmètre de diffusion</a:t>
              </a:r>
              <a:endParaRPr lang="fr-FR" sz="800" b="1" i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D96156C1-706B-47FC-8365-3E769D656C88}"/>
                </a:ext>
              </a:extLst>
            </p:cNvPr>
            <p:cNvSpPr/>
            <p:nvPr userDrawn="1"/>
          </p:nvSpPr>
          <p:spPr>
            <a:xfrm>
              <a:off x="7001093" y="4340846"/>
              <a:ext cx="1260000" cy="288000"/>
            </a:xfrm>
            <a:prstGeom prst="rect">
              <a:avLst/>
            </a:prstGeom>
            <a:solidFill>
              <a:schemeClr val="bg1"/>
            </a:solidFill>
            <a:ln w="12700" cmpd="sng">
              <a:solidFill>
                <a:srgbClr val="000000"/>
              </a:solidFill>
              <a:miter lim="800000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fr-FR" sz="600" b="1" i="0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&lt;NATIONALITY&gt; </a:t>
              </a:r>
            </a:p>
            <a:p>
              <a:pPr marL="0" marR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fr-FR" sz="600" b="1" i="0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EXPORT CONTROL</a:t>
              </a:r>
              <a:endParaRPr lang="fr-FR" sz="800" b="1" i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6" name="ZoneTexte 45">
              <a:extLst>
                <a:ext uri="{FF2B5EF4-FFF2-40B4-BE49-F238E27FC236}">
                  <a16:creationId xmlns:a16="http://schemas.microsoft.com/office/drawing/2014/main" id="{549212EE-2608-46DA-915B-5BBC489E6DA0}"/>
                </a:ext>
              </a:extLst>
            </p:cNvPr>
            <p:cNvSpPr txBox="1"/>
            <p:nvPr userDrawn="1"/>
          </p:nvSpPr>
          <p:spPr>
            <a:xfrm>
              <a:off x="6181155" y="1120861"/>
              <a:ext cx="1476000" cy="397197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txBody>
            <a:bodyPr wrap="square" tIns="36000" rtlCol="0">
              <a:spAutoFit/>
            </a:bodyPr>
            <a:lstStyle/>
            <a:p>
              <a:r>
                <a:rPr lang="fr-FR" sz="105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OPTIONNEL</a:t>
              </a:r>
            </a:p>
          </p:txBody>
        </p:sp>
      </p:grpSp>
      <p:grpSp>
        <p:nvGrpSpPr>
          <p:cNvPr id="51" name="Groupe 50">
            <a:extLst>
              <a:ext uri="{FF2B5EF4-FFF2-40B4-BE49-F238E27FC236}">
                <a16:creationId xmlns:a16="http://schemas.microsoft.com/office/drawing/2014/main" id="{196569EC-C6F6-4133-9FD2-6CD2D6120E8C}"/>
              </a:ext>
            </a:extLst>
          </p:cNvPr>
          <p:cNvGrpSpPr/>
          <p:nvPr userDrawn="1"/>
        </p:nvGrpSpPr>
        <p:grpSpPr>
          <a:xfrm>
            <a:off x="6141441" y="1119827"/>
            <a:ext cx="2798061" cy="1308818"/>
            <a:chOff x="3173946" y="777745"/>
            <a:chExt cx="2798061" cy="1308818"/>
          </a:xfrm>
        </p:grpSpPr>
        <p:sp>
          <p:nvSpPr>
            <p:cNvPr id="52" name="ZoneTexte 51">
              <a:extLst>
                <a:ext uri="{FF2B5EF4-FFF2-40B4-BE49-F238E27FC236}">
                  <a16:creationId xmlns:a16="http://schemas.microsoft.com/office/drawing/2014/main" id="{120812B3-5D94-4BA7-986F-4D1A13A123E6}"/>
                </a:ext>
              </a:extLst>
            </p:cNvPr>
            <p:cNvSpPr txBox="1"/>
            <p:nvPr/>
          </p:nvSpPr>
          <p:spPr>
            <a:xfrm>
              <a:off x="3173946" y="777745"/>
              <a:ext cx="1476000" cy="216000"/>
            </a:xfrm>
            <a:prstGeom prst="rect">
              <a:avLst/>
            </a:prstGeom>
            <a:solidFill>
              <a:srgbClr val="E1051E"/>
            </a:solidFill>
            <a:ln>
              <a:noFill/>
            </a:ln>
          </p:spPr>
          <p:txBody>
            <a:bodyPr wrap="square" tIns="36000" rtlCol="0">
              <a:spAutoFit/>
            </a:bodyPr>
            <a:lstStyle/>
            <a:p>
              <a:r>
                <a:rPr lang="fr-FR" sz="105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OBLIGATOIRE </a:t>
              </a:r>
            </a:p>
          </p:txBody>
        </p:sp>
        <p:sp>
          <p:nvSpPr>
            <p:cNvPr id="53" name="Zone de texte 17">
              <a:extLst>
                <a:ext uri="{FF2B5EF4-FFF2-40B4-BE49-F238E27FC236}">
                  <a16:creationId xmlns:a16="http://schemas.microsoft.com/office/drawing/2014/main" id="{17E9CD0D-9F0F-4EE9-8F5E-F7C065CD669C}"/>
                </a:ext>
              </a:extLst>
            </p:cNvPr>
            <p:cNvSpPr txBox="1"/>
            <p:nvPr userDrawn="1"/>
          </p:nvSpPr>
          <p:spPr>
            <a:xfrm>
              <a:off x="3173946" y="1010920"/>
              <a:ext cx="2798061" cy="1075643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C00000"/>
              </a:solidFill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Aft>
                  <a:spcPts val="0"/>
                </a:spcAft>
              </a:pPr>
              <a:r>
                <a:rPr lang="fr-FR" sz="600" b="1" dirty="0">
                  <a:latin typeface="Arial" panose="020B0604020202020204" pitchFamily="34" charset="0"/>
                  <a:ea typeface="MS Mincho"/>
                  <a:cs typeface="Arial" panose="020B0604020202020204" pitchFamily="34" charset="0"/>
                </a:rPr>
                <a:t>3 / Nommage du fichier   </a:t>
              </a:r>
              <a:r>
                <a:rPr lang="fr-FR" sz="500" b="1" dirty="0">
                  <a:latin typeface="Arial" panose="020B0604020202020204" pitchFamily="34" charset="0"/>
                  <a:ea typeface="MS Mincho"/>
                  <a:cs typeface="Arial" panose="020B0604020202020204" pitchFamily="34" charset="0"/>
                </a:rPr>
                <a:t>:</a:t>
              </a:r>
            </a:p>
            <a:p>
              <a:pPr>
                <a:spcAft>
                  <a:spcPts val="0"/>
                </a:spcAft>
              </a:pPr>
              <a:endParaRPr lang="fr-FR" sz="500" b="1" dirty="0">
                <a:latin typeface="Arial" panose="020B0604020202020204" pitchFamily="34" charset="0"/>
                <a:ea typeface="MS Mincho"/>
                <a:cs typeface="Arial" panose="020B0604020202020204" pitchFamily="34" charset="0"/>
              </a:endParaRPr>
            </a:p>
            <a:p>
              <a:r>
                <a:rPr lang="fr-FR" sz="600" dirty="0"/>
                <a:t>Le nom de fichier d’un document doit obligatoirement être préfixé par le niveau de sensibilité :</a:t>
              </a:r>
            </a:p>
            <a:p>
              <a:pPr lvl="0"/>
              <a:r>
                <a:rPr lang="en-US" sz="600" i="1" dirty="0"/>
                <a:t>Corporate Sensitivity</a:t>
              </a:r>
              <a:r>
                <a:rPr lang="en-US" sz="600" dirty="0"/>
                <a:t> </a:t>
              </a:r>
              <a:r>
                <a:rPr lang="en-US" sz="600" b="1" dirty="0"/>
                <a:t>PUBLIC </a:t>
              </a:r>
              <a:r>
                <a:rPr lang="en-US" sz="600" b="1" dirty="0">
                  <a:sym typeface="Wingdings" panose="05000000000000000000" pitchFamily="2" charset="2"/>
                </a:rPr>
                <a:t></a:t>
              </a:r>
              <a:r>
                <a:rPr lang="en-US" sz="600" b="1" dirty="0"/>
                <a:t> </a:t>
              </a:r>
              <a:r>
                <a:rPr lang="en-US" sz="600" dirty="0"/>
                <a:t>CS-PU</a:t>
              </a:r>
              <a:endParaRPr lang="fr-FR" sz="600" dirty="0"/>
            </a:p>
            <a:p>
              <a:pPr lvl="0"/>
              <a:r>
                <a:rPr lang="en-US" sz="600" i="1" dirty="0"/>
                <a:t>Corporate Sensitivity</a:t>
              </a:r>
              <a:r>
                <a:rPr lang="en-US" sz="600" dirty="0"/>
                <a:t> </a:t>
              </a:r>
              <a:r>
                <a:rPr lang="en-US" sz="600" b="1" dirty="0"/>
                <a:t>INTERNAL </a:t>
              </a:r>
              <a:r>
                <a:rPr lang="fr-FR" sz="600" b="1" dirty="0">
                  <a:sym typeface="Wingdings" panose="05000000000000000000" pitchFamily="2" charset="2"/>
                </a:rPr>
                <a:t></a:t>
              </a:r>
              <a:r>
                <a:rPr lang="fr-FR" sz="600" b="1" dirty="0"/>
                <a:t> </a:t>
              </a:r>
              <a:r>
                <a:rPr lang="en-US" sz="600" dirty="0"/>
                <a:t>CS-IN</a:t>
              </a:r>
              <a:endParaRPr lang="fr-FR" sz="600" dirty="0"/>
            </a:p>
            <a:p>
              <a:pPr lvl="0"/>
              <a:r>
                <a:rPr lang="en-US" sz="600" i="1" dirty="0"/>
                <a:t>Corporate Sensitivity</a:t>
              </a:r>
              <a:r>
                <a:rPr lang="en-US" sz="600" dirty="0"/>
                <a:t> </a:t>
              </a:r>
              <a:r>
                <a:rPr lang="en-US" sz="600" b="1" dirty="0"/>
                <a:t>CONFIDENTIAL </a:t>
              </a:r>
              <a:r>
                <a:rPr lang="fr-FR" sz="600" b="1" dirty="0">
                  <a:sym typeface="Wingdings" panose="05000000000000000000" pitchFamily="2" charset="2"/>
                </a:rPr>
                <a:t></a:t>
              </a:r>
              <a:r>
                <a:rPr lang="fr-FR" sz="600" b="1" dirty="0"/>
                <a:t> </a:t>
              </a:r>
              <a:r>
                <a:rPr lang="en-US" sz="600" dirty="0"/>
                <a:t>CS-CO</a:t>
              </a:r>
              <a:endParaRPr lang="fr-FR" sz="600" dirty="0"/>
            </a:p>
            <a:p>
              <a:pPr lvl="0"/>
              <a:r>
                <a:rPr lang="fr-FR" sz="600" i="1" dirty="0"/>
                <a:t>Corporate Sensitivity</a:t>
              </a:r>
              <a:r>
                <a:rPr lang="fr-FR" sz="600" dirty="0"/>
                <a:t> </a:t>
              </a:r>
              <a:r>
                <a:rPr lang="fr-FR" sz="600" b="1" dirty="0"/>
                <a:t>SECRET </a:t>
              </a:r>
              <a:r>
                <a:rPr lang="fr-FR" sz="600" b="1" dirty="0">
                  <a:sym typeface="Wingdings" panose="05000000000000000000" pitchFamily="2" charset="2"/>
                </a:rPr>
                <a:t></a:t>
              </a:r>
              <a:r>
                <a:rPr lang="fr-FR" sz="600" b="1" dirty="0"/>
                <a:t> </a:t>
              </a:r>
              <a:r>
                <a:rPr lang="fr-FR" sz="600" dirty="0"/>
                <a:t>CS-SE</a:t>
              </a:r>
            </a:p>
            <a:p>
              <a:pPr lvl="0"/>
              <a:r>
                <a:rPr lang="fr-FR" sz="600" b="1" dirty="0"/>
                <a:t>Diffusion Restreinte </a:t>
              </a:r>
              <a:r>
                <a:rPr lang="fr-FR" sz="600" b="1" dirty="0">
                  <a:sym typeface="Wingdings" panose="05000000000000000000" pitchFamily="2" charset="2"/>
                </a:rPr>
                <a:t> </a:t>
              </a:r>
              <a:r>
                <a:rPr lang="fr-FR" sz="600" dirty="0"/>
                <a:t>DR</a:t>
              </a:r>
            </a:p>
            <a:p>
              <a:pPr lvl="0"/>
              <a:r>
                <a:rPr lang="fr-FR" sz="600" b="1" dirty="0"/>
                <a:t>Diffusion Restreinte Spécial France</a:t>
              </a:r>
              <a:r>
                <a:rPr lang="fr-FR" sz="600" b="1" dirty="0">
                  <a:sym typeface="Wingdings" panose="05000000000000000000" pitchFamily="2" charset="2"/>
                </a:rPr>
                <a:t>  </a:t>
              </a:r>
              <a:r>
                <a:rPr lang="fr-FR" sz="600" dirty="0"/>
                <a:t>DR-SF</a:t>
              </a:r>
            </a:p>
            <a:p>
              <a:pPr>
                <a:spcAft>
                  <a:spcPts val="0"/>
                </a:spcAft>
              </a:pPr>
              <a:endParaRPr lang="fr-FR" sz="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54" name="Rectangle 53">
            <a:extLst>
              <a:ext uri="{FF2B5EF4-FFF2-40B4-BE49-F238E27FC236}">
                <a16:creationId xmlns:a16="http://schemas.microsoft.com/office/drawing/2014/main" id="{59121985-3B09-4349-8945-DA6DD12255D0}"/>
              </a:ext>
            </a:extLst>
          </p:cNvPr>
          <p:cNvSpPr>
            <a:spLocks/>
          </p:cNvSpPr>
          <p:nvPr userDrawn="1"/>
        </p:nvSpPr>
        <p:spPr>
          <a:xfrm>
            <a:off x="3099297" y="3208417"/>
            <a:ext cx="2410792" cy="471170"/>
          </a:xfrm>
          <a:prstGeom prst="rect">
            <a:avLst/>
          </a:prstGeom>
          <a:noFill/>
          <a:ln w="31750" cap="flat" cmpd="sng" algn="ctr">
            <a:solidFill>
              <a:srgbClr val="0033CC"/>
            </a:solidFill>
            <a:prstDash val="solid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fr-FR" sz="1800" b="1" dirty="0">
                <a:solidFill>
                  <a:srgbClr val="0033CC"/>
                </a:solidFill>
                <a:effectLst/>
                <a:latin typeface="Arial"/>
                <a:ea typeface="Calibri"/>
                <a:cs typeface="Times New Roman"/>
              </a:rPr>
              <a:t>SPECIAL FRANCE</a:t>
            </a:r>
            <a:endParaRPr lang="fr-FR" sz="1100" dirty="0"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8CFCBEE7-1B91-4FFA-97A3-FCD289262A2C}"/>
              </a:ext>
            </a:extLst>
          </p:cNvPr>
          <p:cNvSpPr>
            <a:spLocks/>
          </p:cNvSpPr>
          <p:nvPr userDrawn="1"/>
        </p:nvSpPr>
        <p:spPr>
          <a:xfrm>
            <a:off x="2846366" y="2674044"/>
            <a:ext cx="3044191" cy="470535"/>
          </a:xfrm>
          <a:prstGeom prst="rect">
            <a:avLst/>
          </a:prstGeom>
          <a:noFill/>
          <a:ln w="31750" cap="flat" cmpd="sng" algn="ctr">
            <a:solidFill>
              <a:srgbClr val="FF0000"/>
            </a:solidFill>
            <a:prstDash val="solid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fr-FR" sz="1800" b="1" dirty="0">
                <a:solidFill>
                  <a:srgbClr val="FF0000"/>
                </a:solidFill>
                <a:effectLst/>
                <a:latin typeface="Arial"/>
                <a:ea typeface="Calibri"/>
                <a:cs typeface="Times New Roman"/>
              </a:rPr>
              <a:t>DIFFUSION RESTREINTE</a:t>
            </a:r>
            <a:endParaRPr lang="fr-FR" sz="1100" dirty="0">
              <a:effectLst/>
              <a:latin typeface="Calibri"/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805653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de la présentation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 userDrawn="1"/>
        </p:nvSpPr>
        <p:spPr bwMode="hidden">
          <a:xfrm>
            <a:off x="787812" y="1467828"/>
            <a:ext cx="7437888" cy="3114156"/>
          </a:xfrm>
          <a:prstGeom prst="rect">
            <a:avLst/>
          </a:prstGeom>
          <a:solidFill>
            <a:schemeClr val="tx1">
              <a:alpha val="6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787812" y="1475723"/>
            <a:ext cx="7432413" cy="2086232"/>
          </a:xfrm>
        </p:spPr>
        <p:txBody>
          <a:bodyPr lIns="108000" anchor="t" anchorCtr="0">
            <a:normAutofit/>
          </a:bodyPr>
          <a:lstStyle>
            <a:lvl1pPr>
              <a:defRPr sz="2800" baseline="0">
                <a:solidFill>
                  <a:schemeClr val="bg1"/>
                </a:solidFill>
              </a:defRPr>
            </a:lvl1pPr>
          </a:lstStyle>
          <a:p>
            <a:r>
              <a:rPr lang="fr-FR" dirty="0"/>
              <a:t>Titre de la présentation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87811" y="3826734"/>
            <a:ext cx="4946237" cy="365190"/>
          </a:xfrm>
        </p:spPr>
        <p:txBody>
          <a:bodyPr lIns="108000"/>
          <a:lstStyle>
            <a:lvl1pPr marL="0" indent="0" algn="l">
              <a:buNone/>
              <a:defRPr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dirty="0"/>
              <a:t>Auteur</a:t>
            </a:r>
            <a:endParaRPr lang="en-US" dirty="0"/>
          </a:p>
        </p:txBody>
      </p:sp>
      <p:cxnSp>
        <p:nvCxnSpPr>
          <p:cNvPr id="8" name="Connecteur droit 15"/>
          <p:cNvCxnSpPr/>
          <p:nvPr userDrawn="1"/>
        </p:nvCxnSpPr>
        <p:spPr>
          <a:xfrm>
            <a:off x="918633" y="3694053"/>
            <a:ext cx="1212851" cy="0"/>
          </a:xfrm>
          <a:prstGeom prst="line">
            <a:avLst/>
          </a:prstGeom>
          <a:ln w="31750" cmpd="sng">
            <a:solidFill>
              <a:srgbClr val="E1051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riangle isocèle 14"/>
          <p:cNvSpPr/>
          <p:nvPr userDrawn="1"/>
        </p:nvSpPr>
        <p:spPr>
          <a:xfrm rot="10800000">
            <a:off x="787813" y="1250490"/>
            <a:ext cx="271663" cy="217337"/>
          </a:xfrm>
          <a:prstGeom prst="triangle">
            <a:avLst/>
          </a:prstGeom>
          <a:solidFill>
            <a:srgbClr val="E105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NavalGroup Sans Light"/>
            </a:endParaRPr>
          </a:p>
        </p:txBody>
      </p:sp>
      <p:sp>
        <p:nvSpPr>
          <p:cNvPr id="11" name="Rectangle 10"/>
          <p:cNvSpPr/>
          <p:nvPr userDrawn="1"/>
        </p:nvSpPr>
        <p:spPr>
          <a:xfrm flipV="1">
            <a:off x="0" y="0"/>
            <a:ext cx="9144000" cy="864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0" hasCustomPrompt="1"/>
          </p:nvPr>
        </p:nvSpPr>
        <p:spPr>
          <a:xfrm>
            <a:off x="787400" y="4216859"/>
            <a:ext cx="4946649" cy="365125"/>
          </a:xfrm>
        </p:spPr>
        <p:txBody>
          <a:bodyPr lIns="108000">
            <a:norm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buFontTx/>
              <a:buNone/>
              <a:defRPr lang="fr-FR" sz="1400" kern="1200" baseline="0" dirty="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fr-FR" dirty="0"/>
              <a:t>Fonction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11" hasCustomPrompt="1"/>
          </p:nvPr>
        </p:nvSpPr>
        <p:spPr>
          <a:xfrm>
            <a:off x="5739674" y="4216859"/>
            <a:ext cx="2486026" cy="365125"/>
          </a:xfrm>
        </p:spPr>
        <p:txBody>
          <a:bodyPr rIns="108000">
            <a:normAutofit/>
          </a:bodyPr>
          <a:lstStyle>
            <a:lvl1pPr algn="r"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 dirty="0"/>
              <a:t>Date</a:t>
            </a:r>
          </a:p>
        </p:txBody>
      </p:sp>
      <p:pic>
        <p:nvPicPr>
          <p:cNvPr id="15" name="Picture 2" descr="d:\Users\marcca\Desktop\Logo-Naval-Group-01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1885" y="241287"/>
            <a:ext cx="1387475" cy="390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2" descr="d:\Users\marcca\Desktop\Logo-signature-01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9593" y="375430"/>
            <a:ext cx="1093787" cy="1095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0036B4FA-F622-4DBA-8550-0C578390C9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-19568" y="4864823"/>
            <a:ext cx="2838893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50">
                <a:solidFill>
                  <a:srgbClr val="FFFFFF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fr-FR" dirty="0"/>
              <a:t>Pied de page</a:t>
            </a:r>
          </a:p>
        </p:txBody>
      </p:sp>
    </p:spTree>
    <p:extLst>
      <p:ext uri="{BB962C8B-B14F-4D97-AF65-F5344CB8AC3E}">
        <p14:creationId xmlns:p14="http://schemas.microsoft.com/office/powerpoint/2010/main" val="2324728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de la présentation - im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787812" y="1353803"/>
            <a:ext cx="7432413" cy="1389397"/>
          </a:xfrm>
        </p:spPr>
        <p:txBody>
          <a:bodyPr lIns="108000" anchor="t" anchorCtr="0">
            <a:normAutofit/>
          </a:bodyPr>
          <a:lstStyle>
            <a:lvl1pPr>
              <a:defRPr sz="2800" baseline="0">
                <a:solidFill>
                  <a:schemeClr val="tx1"/>
                </a:solidFill>
              </a:defRPr>
            </a:lvl1pPr>
          </a:lstStyle>
          <a:p>
            <a:r>
              <a:rPr lang="fr-FR" dirty="0"/>
              <a:t>Titre de la présentation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93437" y="2996154"/>
            <a:ext cx="4946237" cy="365190"/>
          </a:xfrm>
        </p:spPr>
        <p:txBody>
          <a:bodyPr lIns="108000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dirty="0"/>
              <a:t>Auteur</a:t>
            </a:r>
            <a:endParaRPr lang="en-US" dirty="0"/>
          </a:p>
        </p:txBody>
      </p:sp>
      <p:cxnSp>
        <p:nvCxnSpPr>
          <p:cNvPr id="8" name="Connecteur droit 15"/>
          <p:cNvCxnSpPr/>
          <p:nvPr userDrawn="1"/>
        </p:nvCxnSpPr>
        <p:spPr>
          <a:xfrm>
            <a:off x="923644" y="2881629"/>
            <a:ext cx="1212851" cy="0"/>
          </a:xfrm>
          <a:prstGeom prst="line">
            <a:avLst/>
          </a:prstGeom>
          <a:ln w="31750" cmpd="sng">
            <a:solidFill>
              <a:srgbClr val="E1051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riangle isocèle 14"/>
          <p:cNvSpPr/>
          <p:nvPr userDrawn="1"/>
        </p:nvSpPr>
        <p:spPr>
          <a:xfrm rot="10800000">
            <a:off x="787813" y="1128570"/>
            <a:ext cx="271663" cy="217337"/>
          </a:xfrm>
          <a:prstGeom prst="triangle">
            <a:avLst/>
          </a:prstGeom>
          <a:solidFill>
            <a:srgbClr val="E105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NavalGroup Sans Light"/>
            </a:endParaRPr>
          </a:p>
        </p:txBody>
      </p:sp>
      <p:sp>
        <p:nvSpPr>
          <p:cNvPr id="11" name="Rectangle 10"/>
          <p:cNvSpPr/>
          <p:nvPr userDrawn="1"/>
        </p:nvSpPr>
        <p:spPr>
          <a:xfrm flipV="1">
            <a:off x="0" y="0"/>
            <a:ext cx="9144000" cy="864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0" hasCustomPrompt="1"/>
          </p:nvPr>
        </p:nvSpPr>
        <p:spPr>
          <a:xfrm>
            <a:off x="787400" y="3361344"/>
            <a:ext cx="4946649" cy="365125"/>
          </a:xfrm>
        </p:spPr>
        <p:txBody>
          <a:bodyPr lIns="108000">
            <a:norm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buFontTx/>
              <a:buNone/>
              <a:defRPr lang="fr-FR" sz="1400" kern="1200" baseline="0" dirty="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fr-FR" dirty="0"/>
              <a:t>Fonction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11" hasCustomPrompt="1"/>
          </p:nvPr>
        </p:nvSpPr>
        <p:spPr>
          <a:xfrm>
            <a:off x="5739673" y="2996219"/>
            <a:ext cx="1889919" cy="365125"/>
          </a:xfrm>
        </p:spPr>
        <p:txBody>
          <a:bodyPr rIns="108000">
            <a:normAutofit/>
          </a:bodyPr>
          <a:lstStyle>
            <a:lvl1pPr algn="r"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fr-FR" dirty="0"/>
              <a:t>Date</a:t>
            </a:r>
          </a:p>
        </p:txBody>
      </p:sp>
      <p:pic>
        <p:nvPicPr>
          <p:cNvPr id="15" name="Picture 2" descr="d:\Users\marcca\Desktop\Logo-Naval-Group-01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1885" y="241287"/>
            <a:ext cx="1387475" cy="390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2" descr="d:\Users\marcca\Desktop\Logo-signature-01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9593" y="375430"/>
            <a:ext cx="1093787" cy="1095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0A5DBE2D-1B71-4723-9138-505142ED8C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-19568" y="4864823"/>
            <a:ext cx="2838893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50">
                <a:solidFill>
                  <a:srgbClr val="FFFFFF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fr-FR" dirty="0"/>
              <a:t>Pied de page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2960E620-4D8E-46F5-B069-18997B0F1E3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l="160" t="30614" b="26951"/>
          <a:stretch/>
        </p:blipFill>
        <p:spPr>
          <a:xfrm>
            <a:off x="-9784" y="873099"/>
            <a:ext cx="9163568" cy="3894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97854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mai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 bwMode="blackWhite">
          <a:xfrm>
            <a:off x="0" y="870619"/>
            <a:ext cx="9144000" cy="864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>
          <a:xfrm>
            <a:off x="7781926" y="4874156"/>
            <a:ext cx="847972" cy="273844"/>
          </a:xfrm>
        </p:spPr>
        <p:txBody>
          <a:bodyPr/>
          <a:lstStyle/>
          <a:p>
            <a:fld id="{637468DB-4637-4D9D-A08D-B9C139F569EA}" type="datetime1">
              <a:rPr lang="fr-FR" smtClean="0"/>
              <a:t>14/11/2025</a:t>
            </a:fld>
            <a:endParaRPr lang="en-US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F6971-2F47-7544-AAAF-7A2F479FA764}" type="slidenum">
              <a:rPr lang="en-US" smtClean="0"/>
              <a:pPr/>
              <a:t>‹N°›</a:t>
            </a:fld>
            <a:endParaRPr lang="en-US" dirty="0"/>
          </a:p>
        </p:txBody>
      </p:sp>
      <p:sp>
        <p:nvSpPr>
          <p:cNvPr id="7" name="ZoneTexte 6"/>
          <p:cNvSpPr txBox="1"/>
          <p:nvPr userDrawn="1"/>
        </p:nvSpPr>
        <p:spPr>
          <a:xfrm>
            <a:off x="723600" y="1275120"/>
            <a:ext cx="7772400" cy="400110"/>
          </a:xfrm>
          <a:prstGeom prst="rect">
            <a:avLst/>
          </a:prstGeom>
        </p:spPr>
        <p:txBody>
          <a:bodyPr vert="horz" lIns="108000" tIns="45720" rIns="108000" bIns="0" rtlCol="0" anchor="b" anchorCtr="0">
            <a:noAutofit/>
          </a:bodyPr>
          <a:lstStyle>
            <a:lvl1pPr>
              <a:spcBef>
                <a:spcPct val="0"/>
              </a:spcBef>
              <a:buNone/>
              <a:defRPr sz="2000" b="1" i="0" cap="all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lvl="0"/>
            <a:r>
              <a:rPr lang="fr-FR" sz="2800" dirty="0">
                <a:latin typeface="+mj-lt"/>
              </a:rPr>
              <a:t>SOMMAIRE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idx="13" hasCustomPrompt="1"/>
          </p:nvPr>
        </p:nvSpPr>
        <p:spPr>
          <a:xfrm>
            <a:off x="723600" y="2079731"/>
            <a:ext cx="7772400" cy="2584800"/>
          </a:xfrm>
        </p:spPr>
        <p:txBody>
          <a:bodyPr lIns="108000" tIns="46800" rIns="108000"/>
          <a:lstStyle>
            <a:lvl1pPr marL="457200" indent="-457200">
              <a:buFont typeface="+mj-lt"/>
              <a:buAutoNum type="arabicPeriod"/>
              <a:defRPr baseline="0"/>
            </a:lvl1pPr>
          </a:lstStyle>
          <a:p>
            <a:pPr lvl="0"/>
            <a:r>
              <a:rPr lang="fr-FR" dirty="0"/>
              <a:t>Chapitre 1</a:t>
            </a:r>
          </a:p>
          <a:p>
            <a:pPr lvl="0"/>
            <a:r>
              <a:rPr lang="fr-FR" dirty="0"/>
              <a:t>Chapitre 2</a:t>
            </a:r>
          </a:p>
          <a:p>
            <a:pPr lvl="0"/>
            <a:r>
              <a:rPr lang="fr-FR" dirty="0"/>
              <a:t>Chapitre 3</a:t>
            </a:r>
          </a:p>
        </p:txBody>
      </p:sp>
      <p:sp>
        <p:nvSpPr>
          <p:cNvPr id="8" name="Rectangle 7"/>
          <p:cNvSpPr/>
          <p:nvPr userDrawn="1"/>
        </p:nvSpPr>
        <p:spPr>
          <a:xfrm>
            <a:off x="8651825" y="4927250"/>
            <a:ext cx="10800" cy="180000"/>
          </a:xfrm>
          <a:prstGeom prst="rect">
            <a:avLst/>
          </a:prstGeom>
          <a:solidFill>
            <a:srgbClr val="E105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8BE25CD0-90A8-483D-B320-29FC883E2F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-19568" y="4864823"/>
            <a:ext cx="2838893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50">
                <a:solidFill>
                  <a:srgbClr val="FFFFFF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fr-FR" dirty="0"/>
              <a:t>Pied de page</a:t>
            </a:r>
          </a:p>
        </p:txBody>
      </p:sp>
    </p:spTree>
    <p:extLst>
      <p:ext uri="{BB962C8B-B14F-4D97-AF65-F5344CB8AC3E}">
        <p14:creationId xmlns:p14="http://schemas.microsoft.com/office/powerpoint/2010/main" val="25784948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chap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 bwMode="blackWhite">
          <a:xfrm>
            <a:off x="0" y="870619"/>
            <a:ext cx="9144000" cy="36972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2313" y="2307630"/>
            <a:ext cx="7772400" cy="1635719"/>
          </a:xfrm>
        </p:spPr>
        <p:txBody>
          <a:bodyPr lIns="108000" rIns="108000" anchor="t">
            <a:normAutofit/>
          </a:bodyPr>
          <a:lstStyle>
            <a:lvl1pPr algn="l">
              <a:defRPr sz="2800" b="1" cap="all">
                <a:solidFill>
                  <a:schemeClr val="bg1"/>
                </a:solidFill>
              </a:defRPr>
            </a:lvl1pPr>
          </a:lstStyle>
          <a:p>
            <a:r>
              <a:rPr lang="fr-FR" dirty="0"/>
              <a:t>Titre de chapitre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722313" y="1172965"/>
            <a:ext cx="7772400" cy="1125140"/>
          </a:xfrm>
        </p:spPr>
        <p:txBody>
          <a:bodyPr lIns="108000" rIns="108000" anchor="b">
            <a:normAutofit/>
          </a:bodyPr>
          <a:lstStyle>
            <a:lvl1pPr marL="0" indent="0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dirty="0"/>
              <a:t>Surtitre (optionnel)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78F95EB-2DE1-4D4C-8DD7-F96FCF410E0B}" type="datetime1">
              <a:rPr lang="fr-FR" smtClean="0"/>
              <a:t>14/11/2025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E7F6971-2F47-7544-AAAF-7A2F479FA764}" type="slidenum">
              <a:rPr lang="en-US" smtClean="0"/>
              <a:pPr/>
              <a:t>‹N°›</a:t>
            </a:fld>
            <a:endParaRPr lang="en-US" dirty="0"/>
          </a:p>
        </p:txBody>
      </p:sp>
      <p:sp>
        <p:nvSpPr>
          <p:cNvPr id="10" name="Rectangle 9"/>
          <p:cNvSpPr/>
          <p:nvPr userDrawn="1"/>
        </p:nvSpPr>
        <p:spPr>
          <a:xfrm>
            <a:off x="8651825" y="4927250"/>
            <a:ext cx="10800" cy="180000"/>
          </a:xfrm>
          <a:prstGeom prst="rect">
            <a:avLst/>
          </a:prstGeom>
          <a:solidFill>
            <a:srgbClr val="E105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9C58F9A4-99E4-4458-9B70-B5114EF6BF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-19568" y="4864823"/>
            <a:ext cx="2838893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50">
                <a:solidFill>
                  <a:srgbClr val="FFFFFF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fr-FR" dirty="0"/>
              <a:t>Pied de page</a:t>
            </a:r>
          </a:p>
        </p:txBody>
      </p:sp>
    </p:spTree>
    <p:extLst>
      <p:ext uri="{BB962C8B-B14F-4D97-AF65-F5344CB8AC3E}">
        <p14:creationId xmlns:p14="http://schemas.microsoft.com/office/powerpoint/2010/main" val="31681712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u - disposi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dirty="0"/>
              <a:t>Titre de la diapositive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8000" y="1080000"/>
            <a:ext cx="8568000" cy="3528000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15FE5-BFF1-4F52-8DD7-00122C523BF6}" type="datetime1">
              <a:rPr lang="fr-FR" smtClean="0"/>
              <a:t>14/11/2025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F6971-2F47-7544-AAAF-7A2F479FA764}" type="slidenum">
              <a:rPr lang="en-US" smtClean="0"/>
              <a:t>‹N°›</a:t>
            </a:fld>
            <a:endParaRPr lang="en-US" dirty="0"/>
          </a:p>
        </p:txBody>
      </p:sp>
      <p:sp>
        <p:nvSpPr>
          <p:cNvPr id="7" name="Rectangle 6"/>
          <p:cNvSpPr/>
          <p:nvPr userDrawn="1"/>
        </p:nvSpPr>
        <p:spPr>
          <a:xfrm>
            <a:off x="288000" y="864000"/>
            <a:ext cx="8568000" cy="108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/>
          <p:cNvSpPr/>
          <p:nvPr userDrawn="1"/>
        </p:nvSpPr>
        <p:spPr>
          <a:xfrm>
            <a:off x="8651825" y="4927250"/>
            <a:ext cx="10800" cy="180000"/>
          </a:xfrm>
          <a:prstGeom prst="rect">
            <a:avLst/>
          </a:prstGeom>
          <a:solidFill>
            <a:srgbClr val="E105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0036B4FA-F622-4DBA-8550-0C578390C9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-19568" y="4864823"/>
            <a:ext cx="2838893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50">
                <a:solidFill>
                  <a:srgbClr val="FFFFFF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fr-FR" dirty="0"/>
              <a:t>Pied de page</a:t>
            </a:r>
          </a:p>
        </p:txBody>
      </p:sp>
    </p:spTree>
    <p:extLst>
      <p:ext uri="{BB962C8B-B14F-4D97-AF65-F5344CB8AC3E}">
        <p14:creationId xmlns:p14="http://schemas.microsoft.com/office/powerpoint/2010/main" val="1521352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nu - disposi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dirty="0"/>
              <a:t>Titre de la diapositive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88000" y="1080000"/>
            <a:ext cx="2592000" cy="35280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56000" y="1080000"/>
            <a:ext cx="5400000" cy="35280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3604D-2FD1-4DA7-AC38-F97FA7E780B8}" type="datetime1">
              <a:rPr lang="fr-FR" smtClean="0"/>
              <a:t>14/11/2025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F6971-2F47-7544-AAAF-7A2F479FA764}" type="slidenum">
              <a:rPr lang="en-US" smtClean="0"/>
              <a:t>‹N°›</a:t>
            </a:fld>
            <a:endParaRPr lang="en-US" dirty="0"/>
          </a:p>
        </p:txBody>
      </p:sp>
      <p:sp>
        <p:nvSpPr>
          <p:cNvPr id="13" name="Rectangle 12"/>
          <p:cNvSpPr/>
          <p:nvPr userDrawn="1"/>
        </p:nvSpPr>
        <p:spPr>
          <a:xfrm>
            <a:off x="3168000" y="1080000"/>
            <a:ext cx="14400" cy="3528000"/>
          </a:xfrm>
          <a:prstGeom prst="rect">
            <a:avLst/>
          </a:prstGeom>
          <a:solidFill>
            <a:srgbClr val="E105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288000" y="864000"/>
            <a:ext cx="8568000" cy="108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/>
          <p:cNvSpPr/>
          <p:nvPr userDrawn="1"/>
        </p:nvSpPr>
        <p:spPr>
          <a:xfrm>
            <a:off x="8651825" y="4927250"/>
            <a:ext cx="10800" cy="180000"/>
          </a:xfrm>
          <a:prstGeom prst="rect">
            <a:avLst/>
          </a:prstGeom>
          <a:solidFill>
            <a:srgbClr val="E105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A8946C96-A75E-4A56-8C92-D79651A7D5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-19568" y="4864823"/>
            <a:ext cx="2838893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50">
                <a:solidFill>
                  <a:srgbClr val="FFFFFF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fr-FR" dirty="0"/>
              <a:t>Pied de page</a:t>
            </a:r>
          </a:p>
        </p:txBody>
      </p:sp>
    </p:spTree>
    <p:extLst>
      <p:ext uri="{BB962C8B-B14F-4D97-AF65-F5344CB8AC3E}">
        <p14:creationId xmlns:p14="http://schemas.microsoft.com/office/powerpoint/2010/main" val="38900324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u - dispositio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dirty="0"/>
              <a:t>Titre de la diapositive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88000" y="1080000"/>
            <a:ext cx="3996000" cy="35280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60000" y="1080000"/>
            <a:ext cx="3996000" cy="35280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FD7D0-5298-420F-BD7C-0C30806A6DD1}" type="datetime1">
              <a:rPr lang="fr-FR" smtClean="0"/>
              <a:t>14/11/2025</a:t>
            </a:fld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F6971-2F47-7544-AAAF-7A2F479FA764}" type="slidenum">
              <a:rPr lang="en-US" smtClean="0"/>
              <a:t>‹N°›</a:t>
            </a:fld>
            <a:endParaRPr lang="en-US" dirty="0"/>
          </a:p>
        </p:txBody>
      </p:sp>
      <p:sp>
        <p:nvSpPr>
          <p:cNvPr id="10" name="Rectangle 9"/>
          <p:cNvSpPr/>
          <p:nvPr userDrawn="1"/>
        </p:nvSpPr>
        <p:spPr>
          <a:xfrm>
            <a:off x="4572000" y="1080000"/>
            <a:ext cx="14400" cy="3528000"/>
          </a:xfrm>
          <a:prstGeom prst="rect">
            <a:avLst/>
          </a:prstGeom>
          <a:solidFill>
            <a:srgbClr val="E105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288000" y="864000"/>
            <a:ext cx="8568000" cy="108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/>
          <p:cNvSpPr/>
          <p:nvPr userDrawn="1"/>
        </p:nvSpPr>
        <p:spPr>
          <a:xfrm>
            <a:off x="8651825" y="4927250"/>
            <a:ext cx="10800" cy="180000"/>
          </a:xfrm>
          <a:prstGeom prst="rect">
            <a:avLst/>
          </a:prstGeom>
          <a:solidFill>
            <a:srgbClr val="E105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054DF173-9DFF-4B5F-913F-207B13C03C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-19568" y="4864823"/>
            <a:ext cx="2838893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50">
                <a:solidFill>
                  <a:srgbClr val="FFFFFF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fr-FR" dirty="0"/>
              <a:t>Pied de page</a:t>
            </a:r>
          </a:p>
        </p:txBody>
      </p:sp>
    </p:spTree>
    <p:extLst>
      <p:ext uri="{BB962C8B-B14F-4D97-AF65-F5344CB8AC3E}">
        <p14:creationId xmlns:p14="http://schemas.microsoft.com/office/powerpoint/2010/main" val="4556018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u - dispositi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dirty="0"/>
              <a:t>Titre de la diapositive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88000" y="1080000"/>
            <a:ext cx="8568000" cy="14760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88000" y="3132000"/>
            <a:ext cx="8568000" cy="14760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F3385-08DA-4AFF-B0E1-783120239D7D}" type="datetime1">
              <a:rPr lang="fr-FR" smtClean="0"/>
              <a:t>14/11/2025</a:t>
            </a:fld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F6971-2F47-7544-AAAF-7A2F479FA764}" type="slidenum">
              <a:rPr lang="en-US" smtClean="0"/>
              <a:t>‹N°›</a:t>
            </a:fld>
            <a:endParaRPr lang="en-US" dirty="0"/>
          </a:p>
        </p:txBody>
      </p:sp>
      <p:sp>
        <p:nvSpPr>
          <p:cNvPr id="10" name="Rectangle 9"/>
          <p:cNvSpPr/>
          <p:nvPr userDrawn="1"/>
        </p:nvSpPr>
        <p:spPr>
          <a:xfrm>
            <a:off x="288000" y="2844000"/>
            <a:ext cx="8568000" cy="14400"/>
          </a:xfrm>
          <a:prstGeom prst="rect">
            <a:avLst/>
          </a:prstGeom>
          <a:solidFill>
            <a:srgbClr val="E105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288000" y="864000"/>
            <a:ext cx="8568000" cy="108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/>
          <p:cNvSpPr/>
          <p:nvPr userDrawn="1"/>
        </p:nvSpPr>
        <p:spPr>
          <a:xfrm>
            <a:off x="8651825" y="4927250"/>
            <a:ext cx="10800" cy="180000"/>
          </a:xfrm>
          <a:prstGeom prst="rect">
            <a:avLst/>
          </a:prstGeom>
          <a:solidFill>
            <a:srgbClr val="E105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E7A8EA43-57FD-4067-915C-1E39690C81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-19568" y="4864823"/>
            <a:ext cx="2838893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50">
                <a:solidFill>
                  <a:srgbClr val="FFFFFF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fr-FR" dirty="0"/>
              <a:t>Pied de page</a:t>
            </a:r>
          </a:p>
        </p:txBody>
      </p:sp>
    </p:spTree>
    <p:extLst>
      <p:ext uri="{BB962C8B-B14F-4D97-AF65-F5344CB8AC3E}">
        <p14:creationId xmlns:p14="http://schemas.microsoft.com/office/powerpoint/2010/main" val="42745831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u - disposition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4CDEB5-29EB-4331-A179-6E2DC4DEEBD8}" type="datetime1">
              <a:rPr lang="fr-FR" smtClean="0"/>
              <a:t>14/11/2025</a:t>
            </a:fld>
            <a:endParaRPr lang="en-US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F6971-2F47-7544-AAAF-7A2F479FA764}" type="slidenum">
              <a:rPr lang="en-US" smtClean="0"/>
              <a:pPr/>
              <a:t>‹N°›</a:t>
            </a:fld>
            <a:endParaRPr lang="en-US" dirty="0"/>
          </a:p>
        </p:txBody>
      </p:sp>
      <p:sp>
        <p:nvSpPr>
          <p:cNvPr id="6" name="Espace réservé du contenu 4"/>
          <p:cNvSpPr>
            <a:spLocks noGrp="1"/>
          </p:cNvSpPr>
          <p:nvPr>
            <p:ph sz="quarter" idx="29"/>
          </p:nvPr>
        </p:nvSpPr>
        <p:spPr>
          <a:xfrm>
            <a:off x="288000" y="1152525"/>
            <a:ext cx="4143600" cy="1565275"/>
          </a:xfrm>
          <a:ln w="6350">
            <a:solidFill>
              <a:schemeClr val="tx1"/>
            </a:solidFill>
          </a:ln>
        </p:spPr>
        <p:txBody>
          <a:bodyPr lIns="72000" tIns="360000" rIns="72000" bIns="72000">
            <a:normAutofit/>
          </a:bodyPr>
          <a:lstStyle>
            <a:lvl1pPr marL="171450" indent="-171450">
              <a:buFont typeface="Wingdings" panose="05000000000000000000" pitchFamily="2" charset="2"/>
              <a:buChar char="§"/>
              <a:defRPr sz="1400">
                <a:solidFill>
                  <a:srgbClr val="575757"/>
                </a:solidFill>
              </a:defRPr>
            </a:lvl1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7" name="Espace réservé du texte 2"/>
          <p:cNvSpPr>
            <a:spLocks noGrp="1"/>
          </p:cNvSpPr>
          <p:nvPr>
            <p:ph type="body" sz="quarter" idx="25"/>
          </p:nvPr>
        </p:nvSpPr>
        <p:spPr>
          <a:xfrm>
            <a:off x="288000" y="1152000"/>
            <a:ext cx="4143600" cy="288000"/>
          </a:xfrm>
          <a:solidFill>
            <a:schemeClr val="tx1"/>
          </a:solidFill>
        </p:spPr>
        <p:txBody>
          <a:bodyPr vert="horz" lIns="72000" tIns="36000" rIns="0" bIns="0" rtlCol="0">
            <a:normAutofit/>
          </a:bodyPr>
          <a:lstStyle>
            <a:lvl1pPr>
              <a:defRPr lang="fr-FR" sz="1400" b="1" dirty="0">
                <a:solidFill>
                  <a:schemeClr val="bg1"/>
                </a:solidFill>
              </a:defRPr>
            </a:lvl1pPr>
          </a:lstStyle>
          <a:p>
            <a:pPr marR="0" lvl="0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</a:pPr>
            <a:r>
              <a:rPr lang="fr-FR"/>
              <a:t>Modifier les styles du texte du masque</a:t>
            </a:r>
          </a:p>
        </p:txBody>
      </p:sp>
      <p:sp>
        <p:nvSpPr>
          <p:cNvPr id="8" name="Espace réservé du contenu 4"/>
          <p:cNvSpPr>
            <a:spLocks noGrp="1"/>
          </p:cNvSpPr>
          <p:nvPr>
            <p:ph sz="quarter" idx="30"/>
          </p:nvPr>
        </p:nvSpPr>
        <p:spPr>
          <a:xfrm>
            <a:off x="4716000" y="1152725"/>
            <a:ext cx="4143600" cy="1565275"/>
          </a:xfrm>
          <a:ln w="6350">
            <a:solidFill>
              <a:schemeClr val="tx1"/>
            </a:solidFill>
          </a:ln>
        </p:spPr>
        <p:txBody>
          <a:bodyPr lIns="72000" tIns="360000" rIns="72000" bIns="72000">
            <a:normAutofit/>
          </a:bodyPr>
          <a:lstStyle>
            <a:lvl1pPr marL="171450" indent="-171450">
              <a:buFont typeface="Wingdings" panose="05000000000000000000" pitchFamily="2" charset="2"/>
              <a:buChar char="§"/>
              <a:defRPr sz="1400">
                <a:solidFill>
                  <a:srgbClr val="575757"/>
                </a:solidFill>
              </a:defRPr>
            </a:lvl1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9" name="Espace réservé du contenu 4"/>
          <p:cNvSpPr>
            <a:spLocks noGrp="1"/>
          </p:cNvSpPr>
          <p:nvPr>
            <p:ph sz="quarter" idx="31"/>
          </p:nvPr>
        </p:nvSpPr>
        <p:spPr>
          <a:xfrm>
            <a:off x="288000" y="3002400"/>
            <a:ext cx="4143600" cy="1565275"/>
          </a:xfrm>
          <a:ln w="6350">
            <a:solidFill>
              <a:schemeClr val="tx1"/>
            </a:solidFill>
          </a:ln>
        </p:spPr>
        <p:txBody>
          <a:bodyPr lIns="72000" tIns="360000" rIns="72000" bIns="72000">
            <a:normAutofit/>
          </a:bodyPr>
          <a:lstStyle>
            <a:lvl1pPr marL="171450" indent="-171450">
              <a:buFont typeface="Wingdings" panose="05000000000000000000" pitchFamily="2" charset="2"/>
              <a:buChar char="§"/>
              <a:defRPr sz="1400">
                <a:solidFill>
                  <a:srgbClr val="575757"/>
                </a:solidFill>
              </a:defRPr>
            </a:lvl1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10" name="Espace réservé du contenu 4"/>
          <p:cNvSpPr>
            <a:spLocks noGrp="1"/>
          </p:cNvSpPr>
          <p:nvPr>
            <p:ph sz="quarter" idx="32"/>
          </p:nvPr>
        </p:nvSpPr>
        <p:spPr>
          <a:xfrm>
            <a:off x="4716000" y="3002400"/>
            <a:ext cx="4143600" cy="1565275"/>
          </a:xfrm>
          <a:ln w="6350">
            <a:solidFill>
              <a:schemeClr val="tx1"/>
            </a:solidFill>
          </a:ln>
        </p:spPr>
        <p:txBody>
          <a:bodyPr lIns="72000" tIns="360000" rIns="72000" bIns="72000">
            <a:normAutofit/>
          </a:bodyPr>
          <a:lstStyle>
            <a:lvl1pPr marL="171450" indent="-171450">
              <a:buFont typeface="Wingdings" panose="05000000000000000000" pitchFamily="2" charset="2"/>
              <a:buChar char="§"/>
              <a:defRPr sz="1400">
                <a:solidFill>
                  <a:srgbClr val="575757"/>
                </a:solidFill>
              </a:defRPr>
            </a:lvl1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11" name="Espace réservé du texte 2"/>
          <p:cNvSpPr>
            <a:spLocks noGrp="1"/>
          </p:cNvSpPr>
          <p:nvPr>
            <p:ph type="body" sz="quarter" idx="33"/>
          </p:nvPr>
        </p:nvSpPr>
        <p:spPr>
          <a:xfrm>
            <a:off x="288000" y="3002400"/>
            <a:ext cx="4143600" cy="288000"/>
          </a:xfrm>
          <a:solidFill>
            <a:schemeClr val="tx1"/>
          </a:solidFill>
        </p:spPr>
        <p:txBody>
          <a:bodyPr vert="horz" lIns="72000" tIns="36000" rIns="0" bIns="0" rtlCol="0">
            <a:normAutofit/>
          </a:bodyPr>
          <a:lstStyle>
            <a:lvl1pPr>
              <a:defRPr lang="fr-FR" sz="1400" b="1" dirty="0">
                <a:solidFill>
                  <a:schemeClr val="bg1"/>
                </a:solidFill>
              </a:defRPr>
            </a:lvl1pPr>
          </a:lstStyle>
          <a:p>
            <a:pPr marR="0" lvl="0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</a:pPr>
            <a:r>
              <a:rPr lang="fr-FR"/>
              <a:t>Modifier les styles du texte du masque</a:t>
            </a:r>
          </a:p>
        </p:txBody>
      </p:sp>
      <p:sp>
        <p:nvSpPr>
          <p:cNvPr id="12" name="Espace réservé du texte 2"/>
          <p:cNvSpPr>
            <a:spLocks noGrp="1"/>
          </p:cNvSpPr>
          <p:nvPr>
            <p:ph type="body" sz="quarter" idx="34"/>
          </p:nvPr>
        </p:nvSpPr>
        <p:spPr>
          <a:xfrm>
            <a:off x="4716000" y="1152000"/>
            <a:ext cx="4143600" cy="288000"/>
          </a:xfrm>
          <a:solidFill>
            <a:schemeClr val="tx1"/>
          </a:solidFill>
        </p:spPr>
        <p:txBody>
          <a:bodyPr vert="horz" lIns="72000" tIns="36000" rIns="0" bIns="0" rtlCol="0">
            <a:normAutofit/>
          </a:bodyPr>
          <a:lstStyle>
            <a:lvl1pPr>
              <a:defRPr lang="fr-FR" sz="1400" b="1" dirty="0">
                <a:solidFill>
                  <a:schemeClr val="bg1"/>
                </a:solidFill>
              </a:defRPr>
            </a:lvl1pPr>
          </a:lstStyle>
          <a:p>
            <a:pPr marR="0" lvl="0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</a:pPr>
            <a:r>
              <a:rPr lang="fr-FR"/>
              <a:t>Modifier les styles du texte du masque</a:t>
            </a:r>
          </a:p>
        </p:txBody>
      </p:sp>
      <p:sp>
        <p:nvSpPr>
          <p:cNvPr id="13" name="Espace réservé du texte 2"/>
          <p:cNvSpPr>
            <a:spLocks noGrp="1"/>
          </p:cNvSpPr>
          <p:nvPr>
            <p:ph type="body" sz="quarter" idx="35"/>
          </p:nvPr>
        </p:nvSpPr>
        <p:spPr>
          <a:xfrm>
            <a:off x="4716000" y="3002400"/>
            <a:ext cx="4143600" cy="288000"/>
          </a:xfrm>
          <a:solidFill>
            <a:schemeClr val="tx1"/>
          </a:solidFill>
        </p:spPr>
        <p:txBody>
          <a:bodyPr vert="horz" lIns="72000" tIns="36000" rIns="0" bIns="0" rtlCol="0">
            <a:normAutofit/>
          </a:bodyPr>
          <a:lstStyle>
            <a:lvl1pPr>
              <a:defRPr lang="fr-FR" sz="1400" b="1" dirty="0">
                <a:solidFill>
                  <a:schemeClr val="bg1"/>
                </a:solidFill>
              </a:defRPr>
            </a:lvl1pPr>
          </a:lstStyle>
          <a:p>
            <a:pPr marR="0" lvl="0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</a:pPr>
            <a:r>
              <a:rPr lang="fr-FR"/>
              <a:t>Modifier les styles du texte du masque</a:t>
            </a:r>
          </a:p>
        </p:txBody>
      </p:sp>
      <p:sp>
        <p:nvSpPr>
          <p:cNvPr id="14" name="Rectangle 13"/>
          <p:cNvSpPr/>
          <p:nvPr userDrawn="1"/>
        </p:nvSpPr>
        <p:spPr>
          <a:xfrm>
            <a:off x="288000" y="864000"/>
            <a:ext cx="8568000" cy="108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/>
          <p:cNvSpPr/>
          <p:nvPr userDrawn="1"/>
        </p:nvSpPr>
        <p:spPr>
          <a:xfrm>
            <a:off x="8651825" y="4927250"/>
            <a:ext cx="10800" cy="180000"/>
          </a:xfrm>
          <a:prstGeom prst="rect">
            <a:avLst/>
          </a:prstGeom>
          <a:solidFill>
            <a:srgbClr val="E105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EC63E6CF-8E96-40BA-9BC5-404B24F85B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-19568" y="4864823"/>
            <a:ext cx="2838893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50">
                <a:solidFill>
                  <a:srgbClr val="FFFFFF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fr-FR" dirty="0"/>
              <a:t>Pied de page</a:t>
            </a:r>
          </a:p>
        </p:txBody>
      </p:sp>
    </p:spTree>
    <p:extLst>
      <p:ext uri="{BB962C8B-B14F-4D97-AF65-F5344CB8AC3E}">
        <p14:creationId xmlns:p14="http://schemas.microsoft.com/office/powerpoint/2010/main" val="20156894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u - disposition 2 (varian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dirty="0"/>
              <a:t>Titre de la diapositive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56000" y="1080000"/>
            <a:ext cx="5400000" cy="35280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8F193-47ED-4ACF-8D5C-EAE994FDC0BA}" type="datetime1">
              <a:rPr lang="fr-FR" smtClean="0"/>
              <a:t>14/11/2025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F6971-2F47-7544-AAAF-7A2F479FA764}" type="slidenum">
              <a:rPr lang="en-US" smtClean="0"/>
              <a:t>‹N°›</a:t>
            </a:fld>
            <a:endParaRPr lang="en-US" dirty="0"/>
          </a:p>
        </p:txBody>
      </p:sp>
      <p:sp>
        <p:nvSpPr>
          <p:cNvPr id="8" name="Rectangle 7"/>
          <p:cNvSpPr/>
          <p:nvPr userDrawn="1"/>
        </p:nvSpPr>
        <p:spPr>
          <a:xfrm>
            <a:off x="288000" y="864000"/>
            <a:ext cx="8568000" cy="108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Content Placeholder 3"/>
          <p:cNvSpPr>
            <a:spLocks noGrp="1"/>
          </p:cNvSpPr>
          <p:nvPr>
            <p:ph sz="half" idx="13"/>
          </p:nvPr>
        </p:nvSpPr>
        <p:spPr>
          <a:xfrm>
            <a:off x="288000" y="1080000"/>
            <a:ext cx="2880000" cy="3528000"/>
          </a:xfrm>
          <a:solidFill>
            <a:schemeClr val="tx1"/>
          </a:solidFill>
        </p:spPr>
        <p:txBody>
          <a:bodyPr lIns="144000" tIns="72000" rIns="144000" bIns="72000"/>
          <a:lstStyle>
            <a:lvl1pPr>
              <a:defRPr sz="2000">
                <a:solidFill>
                  <a:srgbClr val="FFFFFF"/>
                </a:solidFill>
              </a:defRPr>
            </a:lvl1pPr>
            <a:lvl2pPr>
              <a:defRPr sz="2000">
                <a:solidFill>
                  <a:srgbClr val="FFFFFF"/>
                </a:solidFill>
              </a:defRPr>
            </a:lvl2pPr>
            <a:lvl3pPr>
              <a:defRPr sz="1800">
                <a:solidFill>
                  <a:srgbClr val="78C8F5"/>
                </a:solidFill>
              </a:defRPr>
            </a:lvl3pPr>
            <a:lvl4pPr>
              <a:defRPr sz="1600">
                <a:solidFill>
                  <a:srgbClr val="78C8F5"/>
                </a:solidFill>
              </a:defRPr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</p:txBody>
      </p:sp>
      <p:sp>
        <p:nvSpPr>
          <p:cNvPr id="10" name="Rectangle 9"/>
          <p:cNvSpPr/>
          <p:nvPr userDrawn="1"/>
        </p:nvSpPr>
        <p:spPr>
          <a:xfrm>
            <a:off x="8651825" y="4927250"/>
            <a:ext cx="10800" cy="180000"/>
          </a:xfrm>
          <a:prstGeom prst="rect">
            <a:avLst/>
          </a:prstGeom>
          <a:solidFill>
            <a:srgbClr val="E105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4C935993-6428-4C68-B2A7-8716E74255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-19568" y="4864823"/>
            <a:ext cx="2838893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50">
                <a:solidFill>
                  <a:srgbClr val="FFFFFF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fr-FR" dirty="0"/>
              <a:t>Pied de page</a:t>
            </a:r>
          </a:p>
        </p:txBody>
      </p:sp>
    </p:spTree>
    <p:extLst>
      <p:ext uri="{BB962C8B-B14F-4D97-AF65-F5344CB8AC3E}">
        <p14:creationId xmlns:p14="http://schemas.microsoft.com/office/powerpoint/2010/main" val="30451673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u - disposition 3 (varian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dirty="0"/>
              <a:t>Titre de la diapositive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88000" y="1080000"/>
            <a:ext cx="4140000" cy="3528000"/>
          </a:xfrm>
          <a:solidFill>
            <a:schemeClr val="tx1"/>
          </a:solidFill>
        </p:spPr>
        <p:txBody>
          <a:bodyPr lIns="144000" tIns="72000" rIns="144000" bIns="72000"/>
          <a:lstStyle>
            <a:lvl1pPr>
              <a:defRPr sz="2000">
                <a:solidFill>
                  <a:srgbClr val="FFFFFF"/>
                </a:solidFill>
              </a:defRPr>
            </a:lvl1pPr>
            <a:lvl2pPr>
              <a:defRPr sz="2000">
                <a:solidFill>
                  <a:srgbClr val="FFFFFF"/>
                </a:solidFill>
              </a:defRPr>
            </a:lvl2pPr>
            <a:lvl3pPr>
              <a:defRPr sz="1800">
                <a:solidFill>
                  <a:srgbClr val="78C8F5"/>
                </a:solidFill>
              </a:defRPr>
            </a:lvl3pPr>
            <a:lvl4pPr>
              <a:defRPr sz="1600">
                <a:solidFill>
                  <a:srgbClr val="78C8F5"/>
                </a:solidFill>
              </a:defRPr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16000" y="1080000"/>
            <a:ext cx="4140000" cy="35280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DD29C-72A5-49CA-9CCE-AD2F138D1F09}" type="datetime1">
              <a:rPr lang="fr-FR" smtClean="0"/>
              <a:t>14/11/2025</a:t>
            </a:fld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F6971-2F47-7544-AAAF-7A2F479FA764}" type="slidenum">
              <a:rPr lang="en-US" smtClean="0"/>
              <a:t>‹N°›</a:t>
            </a:fld>
            <a:endParaRPr lang="en-US" dirty="0"/>
          </a:p>
        </p:txBody>
      </p:sp>
      <p:sp>
        <p:nvSpPr>
          <p:cNvPr id="10" name="Rectangle 9"/>
          <p:cNvSpPr/>
          <p:nvPr userDrawn="1"/>
        </p:nvSpPr>
        <p:spPr>
          <a:xfrm>
            <a:off x="288000" y="864000"/>
            <a:ext cx="8568000" cy="108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8651825" y="4927250"/>
            <a:ext cx="10800" cy="180000"/>
          </a:xfrm>
          <a:prstGeom prst="rect">
            <a:avLst/>
          </a:prstGeom>
          <a:solidFill>
            <a:srgbClr val="E105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5EFD5F4F-440A-401D-ABB1-3363B850D3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-19568" y="4864823"/>
            <a:ext cx="2838893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50">
                <a:solidFill>
                  <a:srgbClr val="FFFFFF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fr-FR" dirty="0"/>
              <a:t>Pied de page</a:t>
            </a:r>
          </a:p>
        </p:txBody>
      </p:sp>
    </p:spTree>
    <p:extLst>
      <p:ext uri="{BB962C8B-B14F-4D97-AF65-F5344CB8AC3E}">
        <p14:creationId xmlns:p14="http://schemas.microsoft.com/office/powerpoint/2010/main" val="39600949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u - disposition 4 (varian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dirty="0"/>
              <a:t>Titre de la diapositive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88000" y="1080000"/>
            <a:ext cx="8568000" cy="1620000"/>
          </a:xfrm>
          <a:solidFill>
            <a:schemeClr val="tx1"/>
          </a:solidFill>
        </p:spPr>
        <p:txBody>
          <a:bodyPr lIns="144000" tIns="72000" rIns="144000" bIns="72000"/>
          <a:lstStyle>
            <a:lvl1pPr>
              <a:defRPr sz="2000">
                <a:solidFill>
                  <a:schemeClr val="bg1"/>
                </a:solidFill>
              </a:defRPr>
            </a:lvl1pPr>
            <a:lvl2pPr>
              <a:defRPr sz="2000">
                <a:solidFill>
                  <a:srgbClr val="FFFFFF"/>
                </a:solidFill>
              </a:defRPr>
            </a:lvl2pPr>
            <a:lvl3pPr>
              <a:defRPr sz="1800">
                <a:solidFill>
                  <a:srgbClr val="78C8F5"/>
                </a:solidFill>
              </a:defRPr>
            </a:lvl3pPr>
            <a:lvl4pPr>
              <a:defRPr sz="1600">
                <a:solidFill>
                  <a:srgbClr val="78C8F5"/>
                </a:solidFill>
              </a:defRPr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88000" y="2988000"/>
            <a:ext cx="8568000" cy="16200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C18F36-7A42-4F14-8843-8BEE16FEE9B6}" type="datetime1">
              <a:rPr lang="fr-FR" smtClean="0"/>
              <a:t>14/11/2025</a:t>
            </a:fld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F6971-2F47-7544-AAAF-7A2F479FA764}" type="slidenum">
              <a:rPr lang="en-US" smtClean="0"/>
              <a:t>‹N°›</a:t>
            </a:fld>
            <a:endParaRPr lang="en-US" dirty="0"/>
          </a:p>
        </p:txBody>
      </p:sp>
      <p:sp>
        <p:nvSpPr>
          <p:cNvPr id="10" name="Rectangle 9"/>
          <p:cNvSpPr/>
          <p:nvPr userDrawn="1"/>
        </p:nvSpPr>
        <p:spPr>
          <a:xfrm>
            <a:off x="288000" y="864000"/>
            <a:ext cx="8568000" cy="108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8651825" y="4927250"/>
            <a:ext cx="10800" cy="180000"/>
          </a:xfrm>
          <a:prstGeom prst="rect">
            <a:avLst/>
          </a:prstGeom>
          <a:solidFill>
            <a:srgbClr val="E105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D868A1E3-5B5E-4038-8E9C-346D2C1C5D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-19568" y="4864823"/>
            <a:ext cx="2838893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50">
                <a:solidFill>
                  <a:srgbClr val="FFFFFF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fr-FR" dirty="0"/>
              <a:t>Pied de page</a:t>
            </a:r>
          </a:p>
        </p:txBody>
      </p:sp>
    </p:spTree>
    <p:extLst>
      <p:ext uri="{BB962C8B-B14F-4D97-AF65-F5344CB8AC3E}">
        <p14:creationId xmlns:p14="http://schemas.microsoft.com/office/powerpoint/2010/main" val="7458448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n de la présen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 flipV="1"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2" descr="d:\Users\marcca\Desktop\Logo-01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3511" y="815975"/>
            <a:ext cx="6236978" cy="35115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941042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blackWhite">
          <a:xfrm>
            <a:off x="0" y="4833560"/>
            <a:ext cx="9144000" cy="324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8001" y="121848"/>
            <a:ext cx="6953627" cy="688965"/>
          </a:xfrm>
          <a:prstGeom prst="rect">
            <a:avLst/>
          </a:prstGeom>
        </p:spPr>
        <p:txBody>
          <a:bodyPr vert="horz" lIns="0" tIns="45720" rIns="91440" bIns="0" rtlCol="0" anchor="b" anchorCtr="0">
            <a:normAutofit/>
          </a:bodyPr>
          <a:lstStyle/>
          <a:p>
            <a:r>
              <a:rPr lang="fr-FR" dirty="0"/>
              <a:t>titre de la diapositive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8000" y="1080000"/>
            <a:ext cx="8568000" cy="36000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fr-FR" dirty="0"/>
              <a:t>Texte de niveau 1</a:t>
            </a:r>
          </a:p>
          <a:p>
            <a:pPr lvl="1"/>
            <a:r>
              <a:rPr lang="fr-FR" dirty="0"/>
              <a:t>Texte de niveau 1 avec puce</a:t>
            </a:r>
          </a:p>
          <a:p>
            <a:pPr lvl="2"/>
            <a:r>
              <a:rPr lang="fr-FR" dirty="0"/>
              <a:t>Texte de niveau 2</a:t>
            </a:r>
          </a:p>
          <a:p>
            <a:pPr lvl="3"/>
            <a:r>
              <a:rPr lang="fr-FR" dirty="0"/>
              <a:t>Texte de niveau 2 avec puce</a:t>
            </a:r>
          </a:p>
          <a:p>
            <a:pPr lvl="4"/>
            <a:r>
              <a:rPr lang="fr-FR" dirty="0"/>
              <a:t>Texte de niveau 3</a:t>
            </a:r>
            <a:endParaRPr lang="en-US" dirty="0"/>
          </a:p>
          <a:p>
            <a:pPr lvl="4"/>
            <a:endParaRPr lang="fr-F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6823" y="4874156"/>
            <a:ext cx="78132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8458DA74-FCCF-4C08-9498-A14348012C15}" type="datetime1">
              <a:rPr lang="fr-FR" smtClean="0"/>
              <a:t>14/11/2025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65275" y="4869656"/>
            <a:ext cx="480025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1E7F6971-2F47-7544-AAAF-7A2F479FA764}" type="slidenum">
              <a:rPr lang="en-US" smtClean="0"/>
              <a:pPr/>
              <a:t>‹N°›</a:t>
            </a:fld>
            <a:endParaRPr lang="en-US" dirty="0"/>
          </a:p>
        </p:txBody>
      </p:sp>
      <p:pic>
        <p:nvPicPr>
          <p:cNvPr id="12" name="Picture 2" descr="d:\Users\marcca\Desktop\Logo-Naval-Group-01.png"/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14296" y="266773"/>
            <a:ext cx="1387475" cy="390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0036B4FA-F622-4DBA-8550-0C578390C9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-19567" y="4864823"/>
            <a:ext cx="211076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50">
                <a:solidFill>
                  <a:srgbClr val="FFFFFF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fr-FR" dirty="0"/>
              <a:t>Pied de page</a:t>
            </a:r>
          </a:p>
        </p:txBody>
      </p:sp>
    </p:spTree>
    <p:extLst>
      <p:ext uri="{BB962C8B-B14F-4D97-AF65-F5344CB8AC3E}">
        <p14:creationId xmlns:p14="http://schemas.microsoft.com/office/powerpoint/2010/main" val="15416474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49" r:id="rId2"/>
    <p:sldLayoutId id="2147483667" r:id="rId3"/>
    <p:sldLayoutId id="2147483666" r:id="rId4"/>
    <p:sldLayoutId id="2147483651" r:id="rId5"/>
    <p:sldLayoutId id="2147483650" r:id="rId6"/>
    <p:sldLayoutId id="2147483652" r:id="rId7"/>
    <p:sldLayoutId id="2147483658" r:id="rId8"/>
    <p:sldLayoutId id="2147483653" r:id="rId9"/>
    <p:sldLayoutId id="2147483665" r:id="rId10"/>
    <p:sldLayoutId id="2147483659" r:id="rId11"/>
    <p:sldLayoutId id="2147483660" r:id="rId12"/>
    <p:sldLayoutId id="2147483661" r:id="rId13"/>
    <p:sldLayoutId id="2147483662" r:id="rId14"/>
  </p:sldLayoutIdLst>
  <p:hf hdr="0"/>
  <p:txStyles>
    <p:titleStyle>
      <a:lvl1pPr algn="l" defTabSz="457200" rtl="0" eaLnBrk="1" latinLnBrk="0" hangingPunct="1">
        <a:spcBef>
          <a:spcPct val="0"/>
        </a:spcBef>
        <a:buNone/>
        <a:defRPr sz="2400" b="1" i="0" kern="1200" cap="all">
          <a:solidFill>
            <a:schemeClr val="tx1"/>
          </a:solidFill>
          <a:latin typeface="NavalGroup Sans" panose="00000500000000000000" pitchFamily="2" charset="0"/>
          <a:ea typeface="+mj-ea"/>
          <a:cs typeface="Arial" panose="020B0604020202020204" pitchFamily="34" charset="0"/>
        </a:defRPr>
      </a:lvl1pPr>
    </p:titleStyle>
    <p:bodyStyle>
      <a:lvl1pPr marL="0" indent="0" algn="l" defTabSz="457200" rtl="0" eaLnBrk="1" latinLnBrk="0" hangingPunct="1">
        <a:spcBef>
          <a:spcPct val="20000"/>
        </a:spcBef>
        <a:buFontTx/>
        <a:buNone/>
        <a:defRPr sz="2000" kern="1200" baseline="0">
          <a:solidFill>
            <a:schemeClr val="tx1"/>
          </a:solidFill>
          <a:latin typeface="NavalGroup Sans" panose="00000500000000000000" pitchFamily="2" charset="0"/>
          <a:ea typeface="+mn-ea"/>
          <a:cs typeface="Arial" panose="020B0604020202020204" pitchFamily="34" charset="0"/>
        </a:defRPr>
      </a:lvl1pPr>
      <a:lvl2pPr marL="0" indent="-216000" algn="l" defTabSz="457200" rtl="0" eaLnBrk="1" latinLnBrk="0" hangingPunct="1">
        <a:spcBef>
          <a:spcPts val="0"/>
        </a:spcBef>
        <a:buFont typeface="Wingdings" charset="2"/>
        <a:buChar char="§"/>
        <a:defRPr sz="2000" kern="1200" baseline="0">
          <a:solidFill>
            <a:schemeClr val="tx1"/>
          </a:solidFill>
          <a:latin typeface="NavalGroup Sans" panose="00000500000000000000" pitchFamily="2" charset="0"/>
          <a:ea typeface="+mn-ea"/>
          <a:cs typeface="Arial" panose="020B0604020202020204" pitchFamily="34" charset="0"/>
        </a:defRPr>
      </a:lvl2pPr>
      <a:lvl3pPr marL="576000" indent="0" algn="l" defTabSz="457200" rtl="0" eaLnBrk="1" latinLnBrk="0" hangingPunct="1">
        <a:spcBef>
          <a:spcPts val="0"/>
        </a:spcBef>
        <a:buFont typeface="Arial"/>
        <a:buNone/>
        <a:defRPr sz="1600" kern="1200">
          <a:solidFill>
            <a:schemeClr val="tx2"/>
          </a:solidFill>
          <a:latin typeface="NavalGroup Sans" panose="00000500000000000000" pitchFamily="2" charset="0"/>
          <a:ea typeface="+mn-ea"/>
          <a:cs typeface="Arial" panose="020B0604020202020204" pitchFamily="34" charset="0"/>
        </a:defRPr>
      </a:lvl3pPr>
      <a:lvl4pPr marL="576000" indent="-216000" algn="l" defTabSz="457200" rtl="0" eaLnBrk="1" latinLnBrk="0" hangingPunct="1">
        <a:spcBef>
          <a:spcPts val="0"/>
        </a:spcBef>
        <a:buFont typeface="Wingdings" charset="2"/>
        <a:buChar char="§"/>
        <a:defRPr sz="1600" kern="1200" baseline="0">
          <a:solidFill>
            <a:schemeClr val="tx2"/>
          </a:solidFill>
          <a:latin typeface="NavalGroup Sans" panose="00000500000000000000" pitchFamily="2" charset="0"/>
          <a:ea typeface="+mn-ea"/>
          <a:cs typeface="Arial" panose="020B0604020202020204" pitchFamily="34" charset="0"/>
        </a:defRPr>
      </a:lvl4pPr>
      <a:lvl5pPr marL="1152000" indent="0" algn="l" defTabSz="457200" rtl="0" eaLnBrk="1" latinLnBrk="0" hangingPunct="1">
        <a:spcBef>
          <a:spcPts val="0"/>
        </a:spcBef>
        <a:buFont typeface="Arial"/>
        <a:buNone/>
        <a:defRPr sz="1400" kern="1200">
          <a:solidFill>
            <a:srgbClr val="575757"/>
          </a:solidFill>
          <a:latin typeface="NavalGroup Sans" panose="00000500000000000000" pitchFamily="2" charset="0"/>
          <a:ea typeface="+mn-ea"/>
          <a:cs typeface="Arial" panose="020B0604020202020204" pitchFamily="34" charset="0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7.png"/><Relationship Id="rId7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03C2F338-CF42-4715-9DD2-37A97463A65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201273" y="4349819"/>
            <a:ext cx="1889919" cy="365125"/>
          </a:xfrm>
        </p:spPr>
        <p:txBody>
          <a:bodyPr/>
          <a:lstStyle/>
          <a:p>
            <a:r>
              <a:rPr lang="fr-FR" dirty="0">
                <a:solidFill>
                  <a:schemeClr val="bg1"/>
                </a:solidFill>
              </a:rPr>
              <a:t>19/12/24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8D47FB6C-34B4-B7C8-5C66-318A5A1846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fr-FR"/>
              <a:t>Pied de page</a:t>
            </a:r>
            <a:endParaRPr lang="fr-FR" dirty="0"/>
          </a:p>
        </p:txBody>
      </p:sp>
      <p:sp>
        <p:nvSpPr>
          <p:cNvPr id="6" name="Titre 5">
            <a:extLst>
              <a:ext uri="{FF2B5EF4-FFF2-40B4-BE49-F238E27FC236}">
                <a16:creationId xmlns:a16="http://schemas.microsoft.com/office/drawing/2014/main" id="{B97F59FF-F320-7065-FEF8-4301A554D7A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752675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DBF188-A8BC-7801-9E27-1BCE322F09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>
            <a:extLst>
              <a:ext uri="{FF2B5EF4-FFF2-40B4-BE49-F238E27FC236}">
                <a16:creationId xmlns:a16="http://schemas.microsoft.com/office/drawing/2014/main" id="{1E3FDE3C-4DB0-CA90-FFFD-AAA39AD5A8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RoadMAP</a:t>
            </a:r>
            <a:endParaRPr lang="fr-FR" dirty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99947A1-DA56-6439-ED74-99EFBAE0E3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fr-FR"/>
              <a:t>Pied de page</a:t>
            </a:r>
            <a:endParaRPr lang="fr-FR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FE0FAAA-8F9A-3789-482D-95D99347EF64}"/>
              </a:ext>
            </a:extLst>
          </p:cNvPr>
          <p:cNvSpPr/>
          <p:nvPr/>
        </p:nvSpPr>
        <p:spPr>
          <a:xfrm>
            <a:off x="50040" y="2227267"/>
            <a:ext cx="998322" cy="6889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>
                <a:solidFill>
                  <a:srgbClr val="000000"/>
                </a:solidFill>
              </a:rPr>
              <a:t>Cadrage rapide du projet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851460C-029C-009E-92F7-FACA4A44FADE}"/>
              </a:ext>
            </a:extLst>
          </p:cNvPr>
          <p:cNvSpPr/>
          <p:nvPr/>
        </p:nvSpPr>
        <p:spPr>
          <a:xfrm>
            <a:off x="1749502" y="2227267"/>
            <a:ext cx="954407" cy="68896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>
                <a:solidFill>
                  <a:srgbClr val="000000"/>
                </a:solidFill>
              </a:rPr>
              <a:t>Analyse fonctionnelle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0EF5B5E-38AB-5B25-BAE6-2DEDC1E89837}"/>
              </a:ext>
            </a:extLst>
          </p:cNvPr>
          <p:cNvSpPr/>
          <p:nvPr/>
        </p:nvSpPr>
        <p:spPr>
          <a:xfrm>
            <a:off x="3440052" y="2227269"/>
            <a:ext cx="998322" cy="68896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>
                <a:solidFill>
                  <a:srgbClr val="000000"/>
                </a:solidFill>
              </a:rPr>
              <a:t>Conception des données communes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FDF8938-7EA1-AF2A-8636-95A96E4C0E6D}"/>
              </a:ext>
            </a:extLst>
          </p:cNvPr>
          <p:cNvSpPr/>
          <p:nvPr/>
        </p:nvSpPr>
        <p:spPr>
          <a:xfrm>
            <a:off x="5053348" y="2227269"/>
            <a:ext cx="954407" cy="68896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>
                <a:solidFill>
                  <a:srgbClr val="000000"/>
                </a:solidFill>
              </a:rPr>
              <a:t>Architecture logicielle détaillée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C4A4F1D-8599-1C36-3065-34C103001133}"/>
              </a:ext>
            </a:extLst>
          </p:cNvPr>
          <p:cNvSpPr/>
          <p:nvPr/>
        </p:nvSpPr>
        <p:spPr>
          <a:xfrm>
            <a:off x="6545204" y="1328737"/>
            <a:ext cx="780714" cy="60997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 err="1">
                <a:solidFill>
                  <a:srgbClr val="000000"/>
                </a:solidFill>
              </a:rPr>
              <a:t>ApplicatifGroupeISY</a:t>
            </a:r>
            <a:endParaRPr lang="fr-FR" sz="1100" dirty="0">
              <a:solidFill>
                <a:srgbClr val="000000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82D4ED0-B452-C16E-6BBE-FEE98C2C0138}"/>
              </a:ext>
            </a:extLst>
          </p:cNvPr>
          <p:cNvSpPr/>
          <p:nvPr/>
        </p:nvSpPr>
        <p:spPr>
          <a:xfrm>
            <a:off x="6545204" y="2266761"/>
            <a:ext cx="780714" cy="60997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 err="1">
                <a:solidFill>
                  <a:srgbClr val="000000"/>
                </a:solidFill>
              </a:rPr>
              <a:t>ApplicatifClientISY</a:t>
            </a:r>
            <a:endParaRPr lang="fr-FR" sz="1100" dirty="0">
              <a:solidFill>
                <a:srgbClr val="000000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EB2875D-48F3-6486-6E23-2FC0C06D3AB7}"/>
              </a:ext>
            </a:extLst>
          </p:cNvPr>
          <p:cNvSpPr/>
          <p:nvPr/>
        </p:nvSpPr>
        <p:spPr>
          <a:xfrm>
            <a:off x="6545203" y="3204785"/>
            <a:ext cx="780715" cy="60997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 err="1">
                <a:solidFill>
                  <a:srgbClr val="000000"/>
                </a:solidFill>
              </a:rPr>
              <a:t>ApplicatifAffichageISY</a:t>
            </a:r>
            <a:endParaRPr lang="fr-FR" sz="1100" dirty="0">
              <a:solidFill>
                <a:srgbClr val="000000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C774091-99EE-2CDD-E678-8AEA2B7335F3}"/>
              </a:ext>
            </a:extLst>
          </p:cNvPr>
          <p:cNvSpPr/>
          <p:nvPr/>
        </p:nvSpPr>
        <p:spPr>
          <a:xfrm>
            <a:off x="7971268" y="2227269"/>
            <a:ext cx="998322" cy="6889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>
                <a:solidFill>
                  <a:srgbClr val="000000"/>
                </a:solidFill>
              </a:rPr>
              <a:t>Conception des IPC et de la synchro</a:t>
            </a:r>
          </a:p>
        </p:txBody>
      </p:sp>
      <p:cxnSp>
        <p:nvCxnSpPr>
          <p:cNvPr id="16" name="Connecteur droit avec flèche 15">
            <a:extLst>
              <a:ext uri="{FF2B5EF4-FFF2-40B4-BE49-F238E27FC236}">
                <a16:creationId xmlns:a16="http://schemas.microsoft.com/office/drawing/2014/main" id="{D233850F-E547-F537-0B75-D16AB6D22D31}"/>
              </a:ext>
            </a:extLst>
          </p:cNvPr>
          <p:cNvCxnSpPr>
            <a:stCxn id="3" idx="3"/>
            <a:endCxn id="4" idx="1"/>
          </p:cNvCxnSpPr>
          <p:nvPr/>
        </p:nvCxnSpPr>
        <p:spPr>
          <a:xfrm flipV="1">
            <a:off x="1048362" y="2571749"/>
            <a:ext cx="701140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avec flèche 17">
            <a:extLst>
              <a:ext uri="{FF2B5EF4-FFF2-40B4-BE49-F238E27FC236}">
                <a16:creationId xmlns:a16="http://schemas.microsoft.com/office/drawing/2014/main" id="{6ADB27B3-D5CF-B311-2DF5-F04A6A6845D7}"/>
              </a:ext>
            </a:extLst>
          </p:cNvPr>
          <p:cNvCxnSpPr>
            <a:stCxn id="4" idx="3"/>
            <a:endCxn id="5" idx="1"/>
          </p:cNvCxnSpPr>
          <p:nvPr/>
        </p:nvCxnSpPr>
        <p:spPr>
          <a:xfrm>
            <a:off x="2703909" y="2571749"/>
            <a:ext cx="736143" cy="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eur droit avec flèche 19">
            <a:extLst>
              <a:ext uri="{FF2B5EF4-FFF2-40B4-BE49-F238E27FC236}">
                <a16:creationId xmlns:a16="http://schemas.microsoft.com/office/drawing/2014/main" id="{751A0084-13AF-0C65-E19A-95EEE4962D5E}"/>
              </a:ext>
            </a:extLst>
          </p:cNvPr>
          <p:cNvCxnSpPr>
            <a:stCxn id="5" idx="3"/>
            <a:endCxn id="8" idx="1"/>
          </p:cNvCxnSpPr>
          <p:nvPr/>
        </p:nvCxnSpPr>
        <p:spPr>
          <a:xfrm>
            <a:off x="4438374" y="2571751"/>
            <a:ext cx="61497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eur droit avec flèche 21">
            <a:extLst>
              <a:ext uri="{FF2B5EF4-FFF2-40B4-BE49-F238E27FC236}">
                <a16:creationId xmlns:a16="http://schemas.microsoft.com/office/drawing/2014/main" id="{1398E5C9-E560-C132-168B-6BF1DBC16874}"/>
              </a:ext>
            </a:extLst>
          </p:cNvPr>
          <p:cNvCxnSpPr>
            <a:stCxn id="8" idx="3"/>
            <a:endCxn id="10" idx="1"/>
          </p:cNvCxnSpPr>
          <p:nvPr/>
        </p:nvCxnSpPr>
        <p:spPr>
          <a:xfrm flipV="1">
            <a:off x="6007755" y="2571749"/>
            <a:ext cx="537449" cy="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eur : en angle 23">
            <a:extLst>
              <a:ext uri="{FF2B5EF4-FFF2-40B4-BE49-F238E27FC236}">
                <a16:creationId xmlns:a16="http://schemas.microsoft.com/office/drawing/2014/main" id="{DA98072F-265E-F778-03EC-9651C889F2E3}"/>
              </a:ext>
            </a:extLst>
          </p:cNvPr>
          <p:cNvCxnSpPr>
            <a:stCxn id="8" idx="3"/>
            <a:endCxn id="9" idx="1"/>
          </p:cNvCxnSpPr>
          <p:nvPr/>
        </p:nvCxnSpPr>
        <p:spPr>
          <a:xfrm flipV="1">
            <a:off x="6007755" y="1633725"/>
            <a:ext cx="537449" cy="938026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eur : en angle 25">
            <a:extLst>
              <a:ext uri="{FF2B5EF4-FFF2-40B4-BE49-F238E27FC236}">
                <a16:creationId xmlns:a16="http://schemas.microsoft.com/office/drawing/2014/main" id="{21DB2FCE-6D77-D4FB-5BF2-4BAD0C360E26}"/>
              </a:ext>
            </a:extLst>
          </p:cNvPr>
          <p:cNvCxnSpPr>
            <a:stCxn id="8" idx="3"/>
            <a:endCxn id="11" idx="1"/>
          </p:cNvCxnSpPr>
          <p:nvPr/>
        </p:nvCxnSpPr>
        <p:spPr>
          <a:xfrm>
            <a:off x="6007755" y="2571751"/>
            <a:ext cx="537448" cy="938022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 : en angle 27">
            <a:extLst>
              <a:ext uri="{FF2B5EF4-FFF2-40B4-BE49-F238E27FC236}">
                <a16:creationId xmlns:a16="http://schemas.microsoft.com/office/drawing/2014/main" id="{C1609BCF-24B8-78B5-64AB-B2946AA92BD5}"/>
              </a:ext>
            </a:extLst>
          </p:cNvPr>
          <p:cNvCxnSpPr>
            <a:cxnSpLocks/>
            <a:stCxn id="9" idx="3"/>
            <a:endCxn id="14" idx="1"/>
          </p:cNvCxnSpPr>
          <p:nvPr/>
        </p:nvCxnSpPr>
        <p:spPr>
          <a:xfrm>
            <a:off x="7325918" y="1633725"/>
            <a:ext cx="645350" cy="93802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eur : en angle 30">
            <a:extLst>
              <a:ext uri="{FF2B5EF4-FFF2-40B4-BE49-F238E27FC236}">
                <a16:creationId xmlns:a16="http://schemas.microsoft.com/office/drawing/2014/main" id="{17FF6FFA-7672-A7D9-8976-31BD4BF2E17B}"/>
              </a:ext>
            </a:extLst>
          </p:cNvPr>
          <p:cNvCxnSpPr>
            <a:stCxn id="10" idx="3"/>
            <a:endCxn id="14" idx="1"/>
          </p:cNvCxnSpPr>
          <p:nvPr/>
        </p:nvCxnSpPr>
        <p:spPr>
          <a:xfrm>
            <a:off x="7325918" y="2571749"/>
            <a:ext cx="645350" cy="3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eur : en angle 32">
            <a:extLst>
              <a:ext uri="{FF2B5EF4-FFF2-40B4-BE49-F238E27FC236}">
                <a16:creationId xmlns:a16="http://schemas.microsoft.com/office/drawing/2014/main" id="{1674F20E-133E-DF96-6630-67DDEA9B853B}"/>
              </a:ext>
            </a:extLst>
          </p:cNvPr>
          <p:cNvCxnSpPr>
            <a:stCxn id="11" idx="3"/>
            <a:endCxn id="14" idx="1"/>
          </p:cNvCxnSpPr>
          <p:nvPr/>
        </p:nvCxnSpPr>
        <p:spPr>
          <a:xfrm flipV="1">
            <a:off x="7325918" y="2571752"/>
            <a:ext cx="645350" cy="938021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69479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>
            <a:extLst>
              <a:ext uri="{FF2B5EF4-FFF2-40B4-BE49-F238E27FC236}">
                <a16:creationId xmlns:a16="http://schemas.microsoft.com/office/drawing/2014/main" id="{95275C8F-A381-C572-011C-B171FC2FD4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Attendu du projet</a:t>
            </a:r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5BA3765-F148-AEFD-2FBE-193E0E4C0C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fr-FR"/>
              <a:t>Pied de page</a:t>
            </a:r>
            <a:endParaRPr lang="fr-FR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2FC7168E-16C4-229C-0E34-818C3F61D634}"/>
              </a:ext>
            </a:extLst>
          </p:cNvPr>
          <p:cNvSpPr txBox="1"/>
          <p:nvPr/>
        </p:nvSpPr>
        <p:spPr>
          <a:xfrm>
            <a:off x="251921" y="1078513"/>
            <a:ext cx="4596386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messagerie instantanée en ligne de commande</a:t>
            </a:r>
          </a:p>
          <a:p>
            <a:endParaRPr lang="fr-FR" dirty="0"/>
          </a:p>
          <a:p>
            <a:r>
              <a:rPr lang="fr-FR" dirty="0"/>
              <a:t>Avec fonction supplémentaire :</a:t>
            </a:r>
          </a:p>
          <a:p>
            <a:endParaRPr lang="fr-FR" dirty="0"/>
          </a:p>
          <a:p>
            <a:pPr marL="285750" indent="-285750">
              <a:buFontTx/>
              <a:buChar char="-"/>
            </a:pPr>
            <a:r>
              <a:rPr lang="fr-FR" dirty="0"/>
              <a:t>Chiffrement des données</a:t>
            </a:r>
          </a:p>
          <a:p>
            <a:pPr marL="285750" indent="-285750">
              <a:buFontTx/>
              <a:buChar char="-"/>
            </a:pPr>
            <a:r>
              <a:rPr lang="fr-FR" dirty="0"/>
              <a:t>Fusion des groupes</a:t>
            </a:r>
          </a:p>
          <a:p>
            <a:pPr marL="285750" indent="-285750">
              <a:buFontTx/>
              <a:buChar char="-"/>
            </a:pPr>
            <a:r>
              <a:rPr lang="fr-FR" dirty="0"/>
              <a:t>Statistiques utilisateurs</a:t>
            </a:r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25ECEBF6-9760-2688-07E8-F2749D5D98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4209" y="24592"/>
            <a:ext cx="3981569" cy="4770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16597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593E2D-6370-AE5D-2ED5-5101C169A7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>
            <a:extLst>
              <a:ext uri="{FF2B5EF4-FFF2-40B4-BE49-F238E27FC236}">
                <a16:creationId xmlns:a16="http://schemas.microsoft.com/office/drawing/2014/main" id="{303541D0-794C-C37B-0803-119A762CEE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Déclinaison des </a:t>
            </a:r>
            <a:r>
              <a:rPr lang="fr-FR" dirty="0" err="1"/>
              <a:t>use_case</a:t>
            </a:r>
            <a:r>
              <a:rPr lang="fr-FR" dirty="0"/>
              <a:t> du projet</a:t>
            </a:r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C605468-2758-9A8A-8297-22575E1315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fr-FR"/>
              <a:t>Pied de page</a:t>
            </a:r>
            <a:endParaRPr lang="fr-FR" dirty="0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DC989EFD-70E9-8038-8955-73DACF06EF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7718" y="1095611"/>
            <a:ext cx="2646759" cy="1083350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35E19C79-D6DE-6337-667C-761F5BCC04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2529" y="3720236"/>
            <a:ext cx="4918472" cy="1008856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5976FFF7-5A6A-5824-80FA-E01B36EB4E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8775" y="2729636"/>
            <a:ext cx="2050257" cy="903016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BC290D8E-A2E8-177C-5D39-9DEC0132B17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40491" y="1246729"/>
            <a:ext cx="3053953" cy="932232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AD3B6549-1280-1453-F561-B7D0768BEC2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10291" y="1039341"/>
            <a:ext cx="3013801" cy="3611240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03CBB7A3-1AA1-C92F-533D-B082E161870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40323" y="2878102"/>
            <a:ext cx="2467774" cy="727372"/>
          </a:xfrm>
          <a:prstGeom prst="rect">
            <a:avLst/>
          </a:prstGeom>
        </p:spPr>
      </p:pic>
      <p:pic>
        <p:nvPicPr>
          <p:cNvPr id="36" name="Image 35">
            <a:extLst>
              <a:ext uri="{FF2B5EF4-FFF2-40B4-BE49-F238E27FC236}">
                <a16:creationId xmlns:a16="http://schemas.microsoft.com/office/drawing/2014/main" id="{DCBC61E5-BFF2-01D4-CFE9-2CA4871246E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74295" y="2137739"/>
            <a:ext cx="2606040" cy="800814"/>
          </a:xfrm>
          <a:prstGeom prst="rect">
            <a:avLst/>
          </a:prstGeom>
        </p:spPr>
      </p:pic>
      <p:cxnSp>
        <p:nvCxnSpPr>
          <p:cNvPr id="11" name="Connecteur droit avec flèche 10">
            <a:extLst>
              <a:ext uri="{FF2B5EF4-FFF2-40B4-BE49-F238E27FC236}">
                <a16:creationId xmlns:a16="http://schemas.microsoft.com/office/drawing/2014/main" id="{69E1D556-9C1B-4A16-286C-71E43AC8D6EE}"/>
              </a:ext>
            </a:extLst>
          </p:cNvPr>
          <p:cNvCxnSpPr>
            <a:cxnSpLocks/>
          </p:cNvCxnSpPr>
          <p:nvPr/>
        </p:nvCxnSpPr>
        <p:spPr>
          <a:xfrm>
            <a:off x="1530096" y="2920651"/>
            <a:ext cx="2209800" cy="267557"/>
          </a:xfrm>
          <a:prstGeom prst="straightConnector1">
            <a:avLst/>
          </a:prstGeom>
          <a:ln w="3175">
            <a:solidFill>
              <a:srgbClr val="FF0000"/>
            </a:solidFill>
            <a:headEnd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eur droit avec flèche 15">
            <a:extLst>
              <a:ext uri="{FF2B5EF4-FFF2-40B4-BE49-F238E27FC236}">
                <a16:creationId xmlns:a16="http://schemas.microsoft.com/office/drawing/2014/main" id="{6FDD0EF5-F6F8-CD81-E3D5-28605F105A24}"/>
              </a:ext>
            </a:extLst>
          </p:cNvPr>
          <p:cNvCxnSpPr>
            <a:cxnSpLocks/>
          </p:cNvCxnSpPr>
          <p:nvPr/>
        </p:nvCxnSpPr>
        <p:spPr>
          <a:xfrm flipV="1">
            <a:off x="1432560" y="1947672"/>
            <a:ext cx="2432304" cy="345758"/>
          </a:xfrm>
          <a:prstGeom prst="straightConnector1">
            <a:avLst/>
          </a:prstGeom>
          <a:ln w="3175">
            <a:solidFill>
              <a:srgbClr val="FF0000"/>
            </a:solidFill>
            <a:headEnd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eur droit avec flèche 20">
            <a:extLst>
              <a:ext uri="{FF2B5EF4-FFF2-40B4-BE49-F238E27FC236}">
                <a16:creationId xmlns:a16="http://schemas.microsoft.com/office/drawing/2014/main" id="{D48926AB-7FA5-73D3-850F-0A76CE45210F}"/>
              </a:ext>
            </a:extLst>
          </p:cNvPr>
          <p:cNvCxnSpPr>
            <a:cxnSpLocks/>
          </p:cNvCxnSpPr>
          <p:nvPr/>
        </p:nvCxnSpPr>
        <p:spPr>
          <a:xfrm>
            <a:off x="1661160" y="3578352"/>
            <a:ext cx="1538636" cy="445008"/>
          </a:xfrm>
          <a:prstGeom prst="straightConnector1">
            <a:avLst/>
          </a:prstGeom>
          <a:ln w="3175">
            <a:solidFill>
              <a:srgbClr val="FF0000"/>
            </a:solidFill>
            <a:headEnd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eur droit avec flèche 26">
            <a:extLst>
              <a:ext uri="{FF2B5EF4-FFF2-40B4-BE49-F238E27FC236}">
                <a16:creationId xmlns:a16="http://schemas.microsoft.com/office/drawing/2014/main" id="{096E4DFC-09F0-674A-876E-AA8BA4C44EBA}"/>
              </a:ext>
            </a:extLst>
          </p:cNvPr>
          <p:cNvCxnSpPr>
            <a:cxnSpLocks/>
          </p:cNvCxnSpPr>
          <p:nvPr/>
        </p:nvCxnSpPr>
        <p:spPr>
          <a:xfrm flipV="1">
            <a:off x="1633728" y="2141798"/>
            <a:ext cx="5410200" cy="1805165"/>
          </a:xfrm>
          <a:prstGeom prst="straightConnector1">
            <a:avLst/>
          </a:prstGeom>
          <a:ln w="3175">
            <a:solidFill>
              <a:srgbClr val="FF0000"/>
            </a:solidFill>
            <a:headEnd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eur droit avec flèche 29">
            <a:extLst>
              <a:ext uri="{FF2B5EF4-FFF2-40B4-BE49-F238E27FC236}">
                <a16:creationId xmlns:a16="http://schemas.microsoft.com/office/drawing/2014/main" id="{E2D4C5B4-E7CF-4D87-736F-5313FB649349}"/>
              </a:ext>
            </a:extLst>
          </p:cNvPr>
          <p:cNvCxnSpPr>
            <a:cxnSpLocks/>
          </p:cNvCxnSpPr>
          <p:nvPr/>
        </p:nvCxnSpPr>
        <p:spPr>
          <a:xfrm>
            <a:off x="1508760" y="2609088"/>
            <a:ext cx="5218176" cy="730529"/>
          </a:xfrm>
          <a:prstGeom prst="straightConnector1">
            <a:avLst/>
          </a:prstGeom>
          <a:ln w="3175">
            <a:solidFill>
              <a:srgbClr val="FF0000"/>
            </a:solidFill>
            <a:headEnd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eur droit avec flèche 38">
            <a:extLst>
              <a:ext uri="{FF2B5EF4-FFF2-40B4-BE49-F238E27FC236}">
                <a16:creationId xmlns:a16="http://schemas.microsoft.com/office/drawing/2014/main" id="{C34A49D6-924B-C295-CE65-3482C1F5A19E}"/>
              </a:ext>
            </a:extLst>
          </p:cNvPr>
          <p:cNvCxnSpPr>
            <a:cxnSpLocks/>
          </p:cNvCxnSpPr>
          <p:nvPr/>
        </p:nvCxnSpPr>
        <p:spPr>
          <a:xfrm flipV="1">
            <a:off x="1633728" y="2534412"/>
            <a:ext cx="2010309" cy="1793170"/>
          </a:xfrm>
          <a:prstGeom prst="straightConnector1">
            <a:avLst/>
          </a:prstGeom>
          <a:ln w="3175">
            <a:solidFill>
              <a:srgbClr val="FF0000"/>
            </a:solidFill>
            <a:headEnd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62020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57375A7-87E3-7F52-1F9B-D337FE3C9E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293BAAE-084F-1C34-0C6B-391D5C8800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15FE5-BFF1-4F52-8DD7-00122C523BF6}" type="datetime1">
              <a:rPr lang="fr-FR" smtClean="0"/>
              <a:t>14/11/2025</a:t>
            </a:fld>
            <a:endParaRPr lang="en-US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E5FA00A-9745-AD21-48E7-12E10ACE26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F6971-2F47-7544-AAAF-7A2F479FA764}" type="slidenum">
              <a:rPr lang="en-US" smtClean="0"/>
              <a:t>5</a:t>
            </a:fld>
            <a:endParaRPr lang="en-US" dirty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BD8FDCE-D57B-54A4-1102-EF164FB7E7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fr-FR"/>
              <a:t>Pied de page</a:t>
            </a:r>
            <a:endParaRPr lang="fr-FR" dirty="0"/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A08DD12D-ABCF-9640-B15A-C51667B5BE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5429" y="1879818"/>
            <a:ext cx="4674824" cy="816740"/>
          </a:xfrm>
          <a:prstGeom prst="rect">
            <a:avLst/>
          </a:prstGeom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3D90E416-1508-F793-1B29-B8D06E6AF6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0291" y="1039341"/>
            <a:ext cx="3013801" cy="3611240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A58976BD-80F6-8D65-EC6A-2CE4750745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40100" y="2693466"/>
            <a:ext cx="7029584" cy="931054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F502E261-3A28-4BAA-4CB8-B544750103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88775" y="853087"/>
            <a:ext cx="5327675" cy="919609"/>
          </a:xfrm>
          <a:prstGeom prst="rect">
            <a:avLst/>
          </a:prstGeom>
        </p:spPr>
      </p:pic>
      <p:pic>
        <p:nvPicPr>
          <p:cNvPr id="18" name="Image 17">
            <a:extLst>
              <a:ext uri="{FF2B5EF4-FFF2-40B4-BE49-F238E27FC236}">
                <a16:creationId xmlns:a16="http://schemas.microsoft.com/office/drawing/2014/main" id="{A04B06C9-ED90-4965-6171-C769654563E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52088" y="3731641"/>
            <a:ext cx="4415395" cy="1117544"/>
          </a:xfrm>
          <a:prstGeom prst="rect">
            <a:avLst/>
          </a:prstGeom>
        </p:spPr>
      </p:pic>
      <p:cxnSp>
        <p:nvCxnSpPr>
          <p:cNvPr id="19" name="Connecteur droit avec flèche 18">
            <a:extLst>
              <a:ext uri="{FF2B5EF4-FFF2-40B4-BE49-F238E27FC236}">
                <a16:creationId xmlns:a16="http://schemas.microsoft.com/office/drawing/2014/main" id="{1C2D350B-74F5-50F3-13F8-E9E0B0EBFD86}"/>
              </a:ext>
            </a:extLst>
          </p:cNvPr>
          <p:cNvCxnSpPr>
            <a:cxnSpLocks/>
          </p:cNvCxnSpPr>
          <p:nvPr/>
        </p:nvCxnSpPr>
        <p:spPr>
          <a:xfrm>
            <a:off x="1484376" y="3233928"/>
            <a:ext cx="2340864" cy="931054"/>
          </a:xfrm>
          <a:prstGeom prst="straightConnector1">
            <a:avLst/>
          </a:prstGeom>
          <a:ln w="3175">
            <a:solidFill>
              <a:srgbClr val="FF0000"/>
            </a:solidFill>
            <a:headEnd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eur droit avec flèche 21">
            <a:extLst>
              <a:ext uri="{FF2B5EF4-FFF2-40B4-BE49-F238E27FC236}">
                <a16:creationId xmlns:a16="http://schemas.microsoft.com/office/drawing/2014/main" id="{D6417D69-6C57-EA0A-2810-AB159742BB8E}"/>
              </a:ext>
            </a:extLst>
          </p:cNvPr>
          <p:cNvCxnSpPr>
            <a:cxnSpLocks/>
          </p:cNvCxnSpPr>
          <p:nvPr/>
        </p:nvCxnSpPr>
        <p:spPr>
          <a:xfrm>
            <a:off x="2642616" y="1453896"/>
            <a:ext cx="3136392" cy="170565"/>
          </a:xfrm>
          <a:prstGeom prst="straightConnector1">
            <a:avLst/>
          </a:prstGeom>
          <a:ln w="3175">
            <a:solidFill>
              <a:srgbClr val="FF0000"/>
            </a:solidFill>
            <a:headEnd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eur droit avec flèche 26">
            <a:extLst>
              <a:ext uri="{FF2B5EF4-FFF2-40B4-BE49-F238E27FC236}">
                <a16:creationId xmlns:a16="http://schemas.microsoft.com/office/drawing/2014/main" id="{42341B4E-6E18-A894-AC74-E36EAAF02CA7}"/>
              </a:ext>
            </a:extLst>
          </p:cNvPr>
          <p:cNvCxnSpPr>
            <a:cxnSpLocks/>
          </p:cNvCxnSpPr>
          <p:nvPr/>
        </p:nvCxnSpPr>
        <p:spPr>
          <a:xfrm>
            <a:off x="2642616" y="2123799"/>
            <a:ext cx="1356360" cy="841905"/>
          </a:xfrm>
          <a:prstGeom prst="straightConnector1">
            <a:avLst/>
          </a:prstGeom>
          <a:ln w="3175">
            <a:solidFill>
              <a:srgbClr val="FF0000"/>
            </a:solidFill>
            <a:headEnd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eur droit avec flèche 30">
            <a:extLst>
              <a:ext uri="{FF2B5EF4-FFF2-40B4-BE49-F238E27FC236}">
                <a16:creationId xmlns:a16="http://schemas.microsoft.com/office/drawing/2014/main" id="{99511D33-4FBC-8879-265A-A758CEB42B0C}"/>
              </a:ext>
            </a:extLst>
          </p:cNvPr>
          <p:cNvCxnSpPr>
            <a:cxnSpLocks/>
          </p:cNvCxnSpPr>
          <p:nvPr/>
        </p:nvCxnSpPr>
        <p:spPr>
          <a:xfrm>
            <a:off x="2673096" y="1772696"/>
            <a:ext cx="1652333" cy="351103"/>
          </a:xfrm>
          <a:prstGeom prst="straightConnector1">
            <a:avLst/>
          </a:prstGeom>
          <a:ln w="3175">
            <a:solidFill>
              <a:srgbClr val="FF0000"/>
            </a:solidFill>
            <a:headEnd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30827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A1ED647-F03E-3589-7E93-389DF84988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Diagramme de flux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85B64DF-B70F-93D8-85AA-68D73EAE64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15FE5-BFF1-4F52-8DD7-00122C523BF6}" type="datetime1">
              <a:rPr lang="fr-FR" smtClean="0"/>
              <a:t>14/11/2025</a:t>
            </a:fld>
            <a:endParaRPr lang="en-US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739E5E5A-5360-F17A-4E76-A9398ACC5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F6971-2F47-7544-AAAF-7A2F479FA764}" type="slidenum">
              <a:rPr lang="en-US" smtClean="0"/>
              <a:t>6</a:t>
            </a:fld>
            <a:endParaRPr lang="en-US" dirty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6B1C20C-1B3C-7030-CDE3-4396317285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fr-FR"/>
              <a:t>Pied de page</a:t>
            </a:r>
            <a:endParaRPr lang="fr-FR" dirty="0"/>
          </a:p>
        </p:txBody>
      </p:sp>
      <p:pic>
        <p:nvPicPr>
          <p:cNvPr id="16" name="Image 15">
            <a:extLst>
              <a:ext uri="{FF2B5EF4-FFF2-40B4-BE49-F238E27FC236}">
                <a16:creationId xmlns:a16="http://schemas.microsoft.com/office/drawing/2014/main" id="{B660D1BC-6739-3ED9-579A-01D82ED18B2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719" b="2184"/>
          <a:stretch>
            <a:fillRect/>
          </a:stretch>
        </p:blipFill>
        <p:spPr>
          <a:xfrm>
            <a:off x="4580196" y="28777"/>
            <a:ext cx="4565104" cy="5119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08152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1F3B78F-FF40-E21E-FD08-5F74A679FE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Architecture imposée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A783BAB-3CDB-BDA4-8526-6BA3F9C336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15FE5-BFF1-4F52-8DD7-00122C523BF6}" type="datetime1">
              <a:rPr lang="fr-FR" smtClean="0"/>
              <a:t>14/11/2025</a:t>
            </a:fld>
            <a:endParaRPr lang="en-US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A4BA904-0D2F-9E2E-4513-5511AC33DC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F6971-2F47-7544-AAAF-7A2F479FA764}" type="slidenum">
              <a:rPr lang="en-US" smtClean="0"/>
              <a:t>7</a:t>
            </a:fld>
            <a:endParaRPr lang="en-US" dirty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5011FA1-1946-E895-4A45-EA3CC6E489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fr-FR"/>
              <a:t>Pied de page</a:t>
            </a:r>
            <a:endParaRPr lang="fr-FR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86BA58DF-B6A6-91F9-5171-2C8B5C3499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2228642" y="-390100"/>
            <a:ext cx="4089184" cy="6618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81354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BBC94F0-20CD-59FF-AD7A-E6C7702DA7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Arborescence du projet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C0B19AC-7A3F-AD7B-0718-A365507887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15FE5-BFF1-4F52-8DD7-00122C523BF6}" type="datetime1">
              <a:rPr lang="fr-FR" smtClean="0"/>
              <a:t>14/11/2025</a:t>
            </a:fld>
            <a:endParaRPr lang="en-US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E01D5023-F735-CB57-2DFF-C1A378CBD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F6971-2F47-7544-AAAF-7A2F479FA764}" type="slidenum">
              <a:rPr lang="en-US" smtClean="0"/>
              <a:t>8</a:t>
            </a:fld>
            <a:endParaRPr lang="en-US" dirty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911B468-5D59-24D3-F728-796F28E3E8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fr-FR"/>
              <a:t>Pied de page</a:t>
            </a:r>
            <a:endParaRPr lang="fr-FR" dirty="0"/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B27B0709-4AAE-6DF4-5093-059478300521}"/>
              </a:ext>
            </a:extLst>
          </p:cNvPr>
          <p:cNvSpPr txBox="1"/>
          <p:nvPr/>
        </p:nvSpPr>
        <p:spPr>
          <a:xfrm>
            <a:off x="4428744" y="49798"/>
            <a:ext cx="4612386" cy="5093702"/>
          </a:xfrm>
          <a:prstGeom prst="rect">
            <a:avLst/>
          </a:prstGeom>
          <a:solidFill>
            <a:schemeClr val="bg1"/>
          </a:solidFill>
          <a:ln w="6350">
            <a:solidFill>
              <a:srgbClr val="000000"/>
            </a:solidFill>
          </a:ln>
        </p:spPr>
        <p:txBody>
          <a:bodyPr wrap="square">
            <a:spAutoFit/>
          </a:bodyPr>
          <a:lstStyle/>
          <a:p>
            <a:r>
              <a:rPr lang="fr-FR" sz="500" dirty="0" err="1"/>
              <a:t>projet_isy</a:t>
            </a:r>
            <a:r>
              <a:rPr lang="fr-FR" sz="500" dirty="0"/>
              <a:t>/</a:t>
            </a:r>
          </a:p>
          <a:p>
            <a:r>
              <a:rPr lang="fr-FR" sz="500" dirty="0"/>
              <a:t>├── bin/                         # Exécutables générés</a:t>
            </a:r>
          </a:p>
          <a:p>
            <a:r>
              <a:rPr lang="fr-FR" sz="500" dirty="0"/>
              <a:t>│   ├── </a:t>
            </a:r>
            <a:r>
              <a:rPr lang="fr-FR" sz="500" dirty="0" err="1"/>
              <a:t>ServeurISY</a:t>
            </a:r>
            <a:endParaRPr lang="fr-FR" sz="500" dirty="0"/>
          </a:p>
          <a:p>
            <a:r>
              <a:rPr lang="fr-FR" sz="500" dirty="0"/>
              <a:t>│   ├── </a:t>
            </a:r>
            <a:r>
              <a:rPr lang="fr-FR" sz="500" dirty="0" err="1"/>
              <a:t>GroupeISY</a:t>
            </a:r>
            <a:endParaRPr lang="fr-FR" sz="500" dirty="0"/>
          </a:p>
          <a:p>
            <a:r>
              <a:rPr lang="fr-FR" sz="500" dirty="0"/>
              <a:t>│   ├── </a:t>
            </a:r>
            <a:r>
              <a:rPr lang="fr-FR" sz="500" dirty="0" err="1"/>
              <a:t>ClientISY</a:t>
            </a:r>
            <a:endParaRPr lang="fr-FR" sz="500" dirty="0"/>
          </a:p>
          <a:p>
            <a:r>
              <a:rPr lang="fr-FR" sz="500" dirty="0"/>
              <a:t>│   └── </a:t>
            </a:r>
            <a:r>
              <a:rPr lang="fr-FR" sz="500" dirty="0" err="1"/>
              <a:t>AffichageISY</a:t>
            </a:r>
            <a:endParaRPr lang="fr-FR" sz="500" dirty="0"/>
          </a:p>
          <a:p>
            <a:r>
              <a:rPr lang="fr-FR" sz="500" dirty="0"/>
              <a:t>│</a:t>
            </a:r>
          </a:p>
          <a:p>
            <a:r>
              <a:rPr lang="fr-FR" sz="500" dirty="0"/>
              <a:t>├── </a:t>
            </a:r>
            <a:r>
              <a:rPr lang="fr-FR" sz="500" dirty="0" err="1"/>
              <a:t>obj</a:t>
            </a:r>
            <a:r>
              <a:rPr lang="fr-FR" sz="500" dirty="0"/>
              <a:t>/                         # Fichiers objets *.o</a:t>
            </a:r>
          </a:p>
          <a:p>
            <a:r>
              <a:rPr lang="fr-FR" sz="500" dirty="0"/>
              <a:t>│</a:t>
            </a:r>
          </a:p>
          <a:p>
            <a:r>
              <a:rPr lang="fr-FR" sz="500" dirty="0"/>
              <a:t>├── src/</a:t>
            </a:r>
          </a:p>
          <a:p>
            <a:r>
              <a:rPr lang="fr-FR" sz="500" dirty="0"/>
              <a:t>│   ├── </a:t>
            </a:r>
            <a:r>
              <a:rPr lang="fr-FR" sz="500" dirty="0" err="1"/>
              <a:t>ServeurISY.c</a:t>
            </a:r>
            <a:r>
              <a:rPr lang="fr-FR" sz="500" dirty="0"/>
              <a:t>             # Gestion des groupes côté serveur</a:t>
            </a:r>
          </a:p>
          <a:p>
            <a:r>
              <a:rPr lang="fr-FR" sz="500" dirty="0"/>
              <a:t>│   │                             - Création / suppression de groupes</a:t>
            </a:r>
          </a:p>
          <a:p>
            <a:r>
              <a:rPr lang="fr-FR" sz="500" dirty="0"/>
              <a:t>│   │                             - Gestion membres, blacklist</a:t>
            </a:r>
          </a:p>
          <a:p>
            <a:r>
              <a:rPr lang="fr-FR" sz="500" dirty="0"/>
              <a:t>│   │                             - Fusion de groupes</a:t>
            </a:r>
          </a:p>
          <a:p>
            <a:r>
              <a:rPr lang="fr-FR" sz="500" dirty="0"/>
              <a:t>│   │                             - Statistiques côté serveur</a:t>
            </a:r>
          </a:p>
          <a:p>
            <a:r>
              <a:rPr lang="fr-FR" sz="500" dirty="0"/>
              <a:t>│   │</a:t>
            </a:r>
          </a:p>
          <a:p>
            <a:r>
              <a:rPr lang="fr-FR" sz="500" dirty="0"/>
              <a:t>│   ├── </a:t>
            </a:r>
            <a:r>
              <a:rPr lang="fr-FR" sz="500" dirty="0" err="1"/>
              <a:t>GroupeISY.c</a:t>
            </a:r>
            <a:r>
              <a:rPr lang="fr-FR" sz="500" dirty="0"/>
              <a:t>              # Processus de groupe</a:t>
            </a:r>
          </a:p>
          <a:p>
            <a:r>
              <a:rPr lang="fr-FR" sz="500" dirty="0"/>
              <a:t>│   │                             - Réception / diffusion des messages</a:t>
            </a:r>
          </a:p>
          <a:p>
            <a:r>
              <a:rPr lang="fr-FR" sz="500" dirty="0"/>
              <a:t>│   │                             - Mise à jour stats de groupe</a:t>
            </a:r>
          </a:p>
          <a:p>
            <a:r>
              <a:rPr lang="fr-FR" sz="500" dirty="0"/>
              <a:t>│   │                             - Interaction SHM avec </a:t>
            </a:r>
            <a:r>
              <a:rPr lang="fr-FR" sz="500" dirty="0" err="1"/>
              <a:t>ServeurISY</a:t>
            </a:r>
            <a:endParaRPr lang="fr-FR" sz="500" dirty="0"/>
          </a:p>
          <a:p>
            <a:r>
              <a:rPr lang="fr-FR" sz="500" dirty="0"/>
              <a:t>│   │</a:t>
            </a:r>
          </a:p>
          <a:p>
            <a:r>
              <a:rPr lang="fr-FR" sz="500" dirty="0"/>
              <a:t>│   ├── </a:t>
            </a:r>
            <a:r>
              <a:rPr lang="fr-FR" sz="500" dirty="0" err="1"/>
              <a:t>ClientISY.c</a:t>
            </a:r>
            <a:r>
              <a:rPr lang="fr-FR" sz="500" dirty="0"/>
              <a:t>              # Client : saisie commandes + logique</a:t>
            </a:r>
          </a:p>
          <a:p>
            <a:r>
              <a:rPr lang="fr-FR" sz="500" dirty="0"/>
              <a:t>│   │                             - Menu (créer / rejoindre / lister / fusionner / stats…)</a:t>
            </a:r>
          </a:p>
          <a:p>
            <a:r>
              <a:rPr lang="fr-FR" sz="500" dirty="0"/>
              <a:t>│   │                             - Envoi commandes au serveur</a:t>
            </a:r>
          </a:p>
          <a:p>
            <a:r>
              <a:rPr lang="fr-FR" sz="500" dirty="0"/>
              <a:t>│   │                             - Envoi messages aux groupes</a:t>
            </a:r>
          </a:p>
          <a:p>
            <a:r>
              <a:rPr lang="fr-FR" sz="500" dirty="0"/>
              <a:t>│   │                             - Lancement des processus </a:t>
            </a:r>
            <a:r>
              <a:rPr lang="fr-FR" sz="500" dirty="0" err="1"/>
              <a:t>AffichageISY</a:t>
            </a:r>
            <a:endParaRPr lang="fr-FR" sz="500" dirty="0"/>
          </a:p>
          <a:p>
            <a:r>
              <a:rPr lang="fr-FR" sz="500" dirty="0"/>
              <a:t>│   │                             - Chiffrement/déchiffrement côté client</a:t>
            </a:r>
          </a:p>
          <a:p>
            <a:r>
              <a:rPr lang="fr-FR" sz="500" dirty="0"/>
              <a:t>│   │</a:t>
            </a:r>
          </a:p>
          <a:p>
            <a:r>
              <a:rPr lang="fr-FR" sz="500" dirty="0"/>
              <a:t>│   └── </a:t>
            </a:r>
            <a:r>
              <a:rPr lang="fr-FR" sz="500" dirty="0" err="1"/>
              <a:t>AffichageISY.c</a:t>
            </a:r>
            <a:r>
              <a:rPr lang="fr-FR" sz="500" dirty="0"/>
              <a:t>           # Affichage des messages d’un groupe</a:t>
            </a:r>
          </a:p>
          <a:p>
            <a:r>
              <a:rPr lang="fr-FR" sz="500" dirty="0"/>
              <a:t>│                                 - Réception des messages (socket ou SHM)</a:t>
            </a:r>
          </a:p>
          <a:p>
            <a:r>
              <a:rPr lang="fr-FR" sz="500" dirty="0"/>
              <a:t>│                                 - Formatage et affichage temps réel</a:t>
            </a:r>
          </a:p>
          <a:p>
            <a:r>
              <a:rPr lang="fr-FR" sz="500" dirty="0"/>
              <a:t>│</a:t>
            </a:r>
          </a:p>
          <a:p>
            <a:r>
              <a:rPr lang="fr-FR" sz="500" dirty="0"/>
              <a:t>├── </a:t>
            </a:r>
            <a:r>
              <a:rPr lang="fr-FR" sz="500" dirty="0" err="1"/>
              <a:t>include</a:t>
            </a:r>
            <a:r>
              <a:rPr lang="fr-FR" sz="500" dirty="0"/>
              <a:t>/</a:t>
            </a:r>
          </a:p>
          <a:p>
            <a:r>
              <a:rPr lang="fr-FR" sz="500" dirty="0"/>
              <a:t>│   └── </a:t>
            </a:r>
            <a:r>
              <a:rPr lang="fr-FR" sz="500" dirty="0" err="1"/>
              <a:t>Commun.h</a:t>
            </a:r>
            <a:r>
              <a:rPr lang="fr-FR" sz="500" dirty="0"/>
              <a:t>                 # Fichier commun unique</a:t>
            </a:r>
          </a:p>
          <a:p>
            <a:r>
              <a:rPr lang="fr-FR" sz="500" dirty="0"/>
              <a:t>│                                 - </a:t>
            </a:r>
            <a:r>
              <a:rPr lang="fr-FR" sz="500" dirty="0" err="1"/>
              <a:t>enums</a:t>
            </a:r>
            <a:r>
              <a:rPr lang="fr-FR" sz="500" dirty="0"/>
              <a:t> </a:t>
            </a:r>
            <a:r>
              <a:rPr lang="fr-FR" sz="500" dirty="0" err="1"/>
              <a:t>TypeMessage</a:t>
            </a:r>
            <a:r>
              <a:rPr lang="fr-FR" sz="500" dirty="0"/>
              <a:t> / codes commandes</a:t>
            </a:r>
          </a:p>
          <a:p>
            <a:r>
              <a:rPr lang="fr-FR" sz="500" dirty="0"/>
              <a:t>│                                 - </a:t>
            </a:r>
            <a:r>
              <a:rPr lang="fr-FR" sz="500" dirty="0" err="1"/>
              <a:t>struct</a:t>
            </a:r>
            <a:r>
              <a:rPr lang="fr-FR" sz="500" dirty="0"/>
              <a:t> Message, </a:t>
            </a:r>
            <a:r>
              <a:rPr lang="fr-FR" sz="500" dirty="0" err="1"/>
              <a:t>struct</a:t>
            </a:r>
            <a:r>
              <a:rPr lang="fr-FR" sz="500" dirty="0"/>
              <a:t> Groupe, etc.</a:t>
            </a:r>
          </a:p>
          <a:p>
            <a:r>
              <a:rPr lang="fr-FR" sz="500" dirty="0"/>
              <a:t>│                                 - Constantes (ports, tailles buffers, limites)</a:t>
            </a:r>
          </a:p>
          <a:p>
            <a:r>
              <a:rPr lang="fr-FR" sz="500" dirty="0"/>
              <a:t>│                                 - Prototypes des fonctions communes</a:t>
            </a:r>
          </a:p>
          <a:p>
            <a:r>
              <a:rPr lang="fr-FR" sz="500" dirty="0"/>
              <a:t>│</a:t>
            </a:r>
          </a:p>
          <a:p>
            <a:r>
              <a:rPr lang="fr-FR" sz="500" dirty="0"/>
              <a:t>├── data/                        # Données persistantes (non imposé, mais autorisé)</a:t>
            </a:r>
          </a:p>
          <a:p>
            <a:r>
              <a:rPr lang="fr-FR" sz="500" dirty="0"/>
              <a:t>│   ├── config/</a:t>
            </a:r>
          </a:p>
          <a:p>
            <a:r>
              <a:rPr lang="fr-FR" sz="500" dirty="0"/>
              <a:t>│   │   ├── </a:t>
            </a:r>
            <a:r>
              <a:rPr lang="fr-FR" sz="500" dirty="0" err="1"/>
              <a:t>serveur.conf</a:t>
            </a:r>
            <a:r>
              <a:rPr lang="fr-FR" sz="500" dirty="0"/>
              <a:t>         # Paramétrage </a:t>
            </a:r>
            <a:r>
              <a:rPr lang="fr-FR" sz="500" dirty="0" err="1"/>
              <a:t>ServeurISY</a:t>
            </a:r>
            <a:endParaRPr lang="fr-FR" sz="500" dirty="0"/>
          </a:p>
          <a:p>
            <a:r>
              <a:rPr lang="fr-FR" sz="500" dirty="0"/>
              <a:t>│   │   └── client_*.conf        # Paramétrage clients (login, etc.)</a:t>
            </a:r>
          </a:p>
          <a:p>
            <a:r>
              <a:rPr lang="fr-FR" sz="500" dirty="0"/>
              <a:t>│   │</a:t>
            </a:r>
          </a:p>
          <a:p>
            <a:r>
              <a:rPr lang="fr-FR" sz="500" dirty="0"/>
              <a:t>│   ├── groupes/</a:t>
            </a:r>
          </a:p>
          <a:p>
            <a:r>
              <a:rPr lang="fr-FR" sz="500" dirty="0"/>
              <a:t>│   │   ├── </a:t>
            </a:r>
            <a:r>
              <a:rPr lang="fr-FR" sz="500" dirty="0" err="1"/>
              <a:t>groupes.db</a:t>
            </a:r>
            <a:r>
              <a:rPr lang="fr-FR" sz="500" dirty="0"/>
              <a:t>           # Liste des groupes</a:t>
            </a:r>
          </a:p>
          <a:p>
            <a:r>
              <a:rPr lang="fr-FR" sz="500" dirty="0"/>
              <a:t>│   │   ├── </a:t>
            </a:r>
            <a:r>
              <a:rPr lang="fr-FR" sz="500" dirty="0" err="1"/>
              <a:t>membres.db</a:t>
            </a:r>
            <a:r>
              <a:rPr lang="fr-FR" sz="500" dirty="0"/>
              <a:t>           # Membres par groupe</a:t>
            </a:r>
          </a:p>
          <a:p>
            <a:r>
              <a:rPr lang="fr-FR" sz="500" dirty="0"/>
              <a:t>│   │   └── </a:t>
            </a:r>
            <a:r>
              <a:rPr lang="fr-FR" sz="500" dirty="0" err="1"/>
              <a:t>blacklist.db</a:t>
            </a:r>
            <a:r>
              <a:rPr lang="fr-FR" sz="500" dirty="0"/>
              <a:t>         # Membres bannis par groupe</a:t>
            </a:r>
          </a:p>
          <a:p>
            <a:r>
              <a:rPr lang="fr-FR" sz="500" dirty="0"/>
              <a:t>│   │</a:t>
            </a:r>
          </a:p>
          <a:p>
            <a:r>
              <a:rPr lang="fr-FR" sz="500" dirty="0"/>
              <a:t>│   ├── messages/</a:t>
            </a:r>
          </a:p>
          <a:p>
            <a:r>
              <a:rPr lang="fr-FR" sz="500" dirty="0"/>
              <a:t>│   │   └── &lt;</a:t>
            </a:r>
            <a:r>
              <a:rPr lang="fr-FR" sz="500" dirty="0" err="1"/>
              <a:t>nom_groupe</a:t>
            </a:r>
            <a:r>
              <a:rPr lang="fr-FR" sz="500" dirty="0"/>
              <a:t>&gt;.log     # Historique des messages</a:t>
            </a:r>
          </a:p>
          <a:p>
            <a:r>
              <a:rPr lang="fr-FR" sz="500" dirty="0"/>
              <a:t>│   │</a:t>
            </a:r>
          </a:p>
          <a:p>
            <a:r>
              <a:rPr lang="fr-FR" sz="500" dirty="0"/>
              <a:t>│   └── stats/</a:t>
            </a:r>
          </a:p>
          <a:p>
            <a:r>
              <a:rPr lang="fr-FR" sz="500" dirty="0"/>
              <a:t>│       └── stats_globales.log   # Statistiques agrégées (optionnel)</a:t>
            </a:r>
          </a:p>
          <a:p>
            <a:r>
              <a:rPr lang="fr-FR" sz="500" dirty="0"/>
              <a:t>│</a:t>
            </a:r>
          </a:p>
          <a:p>
            <a:r>
              <a:rPr lang="fr-FR" sz="500" dirty="0"/>
              <a:t>├── tests/                       # Programmes de test (hors livrable principal)</a:t>
            </a:r>
          </a:p>
          <a:p>
            <a:r>
              <a:rPr lang="fr-FR" sz="500" dirty="0"/>
              <a:t>│   ├── </a:t>
            </a:r>
            <a:r>
              <a:rPr lang="fr-FR" sz="500" dirty="0" err="1"/>
              <a:t>test_ISY_messages.c</a:t>
            </a:r>
            <a:r>
              <a:rPr lang="fr-FR" sz="500" dirty="0"/>
              <a:t>      # Test </a:t>
            </a:r>
            <a:r>
              <a:rPr lang="fr-FR" sz="500" dirty="0" err="1"/>
              <a:t>struct</a:t>
            </a:r>
            <a:r>
              <a:rPr lang="fr-FR" sz="500" dirty="0"/>
              <a:t> Message, sérialisation, affichage</a:t>
            </a:r>
          </a:p>
          <a:p>
            <a:r>
              <a:rPr lang="fr-FR" sz="500" dirty="0"/>
              <a:t>│   ├── </a:t>
            </a:r>
            <a:r>
              <a:rPr lang="fr-FR" sz="500" dirty="0" err="1"/>
              <a:t>test_ISY_groupes.c</a:t>
            </a:r>
            <a:r>
              <a:rPr lang="fr-FR" sz="500" dirty="0"/>
              <a:t>       # Test création / jointure / liste de groupes en local</a:t>
            </a:r>
          </a:p>
          <a:p>
            <a:r>
              <a:rPr lang="fr-FR" sz="500" dirty="0"/>
              <a:t>│   ├── </a:t>
            </a:r>
            <a:r>
              <a:rPr lang="fr-FR" sz="500" dirty="0" err="1"/>
              <a:t>test_ISY_crypto.c</a:t>
            </a:r>
            <a:r>
              <a:rPr lang="fr-FR" sz="500" dirty="0"/>
              <a:t>        # Test fonctions de chiffrement/déchiffrement</a:t>
            </a:r>
          </a:p>
          <a:p>
            <a:r>
              <a:rPr lang="fr-FR" sz="500" dirty="0"/>
              <a:t>│   ├── </a:t>
            </a:r>
            <a:r>
              <a:rPr lang="fr-FR" sz="500" dirty="0" err="1"/>
              <a:t>test_ISY_stats.c</a:t>
            </a:r>
            <a:r>
              <a:rPr lang="fr-FR" sz="500" dirty="0"/>
              <a:t>         # Test mise à jour des stats sur données factices</a:t>
            </a:r>
          </a:p>
          <a:p>
            <a:r>
              <a:rPr lang="fr-FR" sz="500" dirty="0"/>
              <a:t>│   └── README_tests.md          # Comment lancer les tests, jeux d’essai</a:t>
            </a:r>
          </a:p>
          <a:p>
            <a:r>
              <a:rPr lang="fr-FR" sz="500" dirty="0"/>
              <a:t>│</a:t>
            </a:r>
          </a:p>
          <a:p>
            <a:r>
              <a:rPr lang="fr-FR" sz="500" dirty="0"/>
              <a:t>├── </a:t>
            </a:r>
            <a:r>
              <a:rPr lang="fr-FR" sz="500" dirty="0" err="1"/>
              <a:t>Makefile</a:t>
            </a:r>
            <a:r>
              <a:rPr lang="fr-FR" sz="500" dirty="0"/>
              <a:t>                     # Compilation des 4 programmes + éventuels tests</a:t>
            </a:r>
          </a:p>
          <a:p>
            <a:r>
              <a:rPr lang="fr-FR" sz="500" dirty="0"/>
              <a:t>└── README.md                    # Présentation générale, mode d’emploi</a:t>
            </a:r>
          </a:p>
          <a:p>
            <a:endParaRPr lang="fr-FR" sz="500" dirty="0"/>
          </a:p>
        </p:txBody>
      </p:sp>
    </p:spTree>
    <p:extLst>
      <p:ext uri="{BB962C8B-B14F-4D97-AF65-F5344CB8AC3E}">
        <p14:creationId xmlns:p14="http://schemas.microsoft.com/office/powerpoint/2010/main" val="13751742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E27FB85-CAD5-48F1-9BAD-6C99791A8E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Déroulé en phases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EC527C7-1438-5C72-90BB-F9A10F8AC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15FE5-BFF1-4F52-8DD7-00122C523BF6}" type="datetime1">
              <a:rPr lang="fr-FR" smtClean="0"/>
              <a:t>14/11/2025</a:t>
            </a:fld>
            <a:endParaRPr lang="en-US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E4731DD9-50B4-C0A2-39D7-218830E6C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F6971-2F47-7544-AAAF-7A2F479FA764}" type="slidenum">
              <a:rPr lang="en-US" smtClean="0"/>
              <a:t>9</a:t>
            </a:fld>
            <a:endParaRPr lang="en-US" dirty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BB47B39-3755-CC04-1E22-58FF7292AB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fr-FR"/>
              <a:t>Pied de page</a:t>
            </a:r>
            <a:endParaRPr lang="fr-FR" dirty="0"/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B1B1279F-213B-9E56-B4AA-16BCF6E47793}"/>
              </a:ext>
            </a:extLst>
          </p:cNvPr>
          <p:cNvSpPr txBox="1"/>
          <p:nvPr/>
        </p:nvSpPr>
        <p:spPr>
          <a:xfrm>
            <a:off x="6099858" y="-22646"/>
            <a:ext cx="2970484" cy="5170646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txBody>
          <a:bodyPr wrap="square">
            <a:spAutoFit/>
          </a:bodyPr>
          <a:lstStyle/>
          <a:p>
            <a:r>
              <a:rPr lang="fr-FR" sz="550" dirty="0"/>
              <a:t>┌──────────────────────────────────────────────────────────┐</a:t>
            </a:r>
          </a:p>
          <a:p>
            <a:r>
              <a:rPr lang="fr-FR" sz="550" dirty="0"/>
              <a:t>│                    PHASE 0 — Fondations                  │</a:t>
            </a:r>
          </a:p>
          <a:p>
            <a:r>
              <a:rPr lang="fr-FR" sz="550" dirty="0"/>
              <a:t>└──────────────────────────────────────────────────────────┘</a:t>
            </a:r>
          </a:p>
          <a:p>
            <a:r>
              <a:rPr lang="fr-FR" sz="550" dirty="0"/>
              <a:t>    ├── Arborescence projet</a:t>
            </a:r>
          </a:p>
          <a:p>
            <a:r>
              <a:rPr lang="fr-FR" sz="550" dirty="0"/>
              <a:t>    ├── </a:t>
            </a:r>
            <a:r>
              <a:rPr lang="fr-FR" sz="550" dirty="0" err="1"/>
              <a:t>commun.h</a:t>
            </a:r>
            <a:r>
              <a:rPr lang="fr-FR" sz="550" dirty="0"/>
              <a:t> (types + constantes + prototypes)</a:t>
            </a:r>
          </a:p>
          <a:p>
            <a:r>
              <a:rPr lang="fr-FR" sz="550" dirty="0"/>
              <a:t>    ├── Squelettes : </a:t>
            </a:r>
            <a:r>
              <a:rPr lang="fr-FR" sz="550" dirty="0" err="1"/>
              <a:t>serveur.c</a:t>
            </a:r>
            <a:r>
              <a:rPr lang="fr-FR" sz="550" dirty="0"/>
              <a:t> / </a:t>
            </a:r>
            <a:r>
              <a:rPr lang="fr-FR" sz="550" dirty="0" err="1"/>
              <a:t>client.c</a:t>
            </a:r>
            <a:r>
              <a:rPr lang="fr-FR" sz="550" dirty="0"/>
              <a:t> / </a:t>
            </a:r>
            <a:r>
              <a:rPr lang="fr-FR" sz="550" dirty="0" err="1"/>
              <a:t>groupe.c</a:t>
            </a:r>
            <a:r>
              <a:rPr lang="fr-FR" sz="550" dirty="0"/>
              <a:t> / </a:t>
            </a:r>
            <a:r>
              <a:rPr lang="fr-FR" sz="550" dirty="0" err="1"/>
              <a:t>affichage.c</a:t>
            </a:r>
            <a:endParaRPr lang="fr-FR" sz="550" dirty="0"/>
          </a:p>
          <a:p>
            <a:r>
              <a:rPr lang="fr-FR" sz="550" dirty="0"/>
              <a:t>    └── </a:t>
            </a:r>
            <a:r>
              <a:rPr lang="fr-FR" sz="550" dirty="0" err="1"/>
              <a:t>Makefile</a:t>
            </a:r>
            <a:r>
              <a:rPr lang="fr-FR" sz="550" dirty="0"/>
              <a:t> fonctionnel (</a:t>
            </a:r>
            <a:r>
              <a:rPr lang="fr-FR" sz="550" dirty="0" err="1"/>
              <a:t>make</a:t>
            </a:r>
            <a:r>
              <a:rPr lang="fr-FR" sz="550" dirty="0"/>
              <a:t> all OK)</a:t>
            </a:r>
          </a:p>
          <a:p>
            <a:endParaRPr lang="fr-FR" sz="550" dirty="0"/>
          </a:p>
          <a:p>
            <a:r>
              <a:rPr lang="fr-FR" sz="550" dirty="0"/>
              <a:t>┌──────────────────────────────────────────────────────────┐</a:t>
            </a:r>
          </a:p>
          <a:p>
            <a:r>
              <a:rPr lang="fr-FR" sz="550" dirty="0"/>
              <a:t>│           PHASE 1 — Communication UDP de base            │</a:t>
            </a:r>
          </a:p>
          <a:p>
            <a:r>
              <a:rPr lang="fr-FR" sz="550" dirty="0"/>
              <a:t>└──────────────────────────────────────────────────────────┘</a:t>
            </a:r>
          </a:p>
          <a:p>
            <a:r>
              <a:rPr lang="fr-FR" sz="550" dirty="0"/>
              <a:t>    ├── </a:t>
            </a:r>
            <a:r>
              <a:rPr lang="fr-FR" sz="550" dirty="0" err="1"/>
              <a:t>serveur.c</a:t>
            </a:r>
            <a:r>
              <a:rPr lang="fr-FR" sz="550" dirty="0"/>
              <a:t> : socket UDP + </a:t>
            </a:r>
            <a:r>
              <a:rPr lang="fr-FR" sz="550" dirty="0" err="1"/>
              <a:t>recvfrom</a:t>
            </a:r>
            <a:r>
              <a:rPr lang="fr-FR" sz="550" dirty="0"/>
              <a:t>()</a:t>
            </a:r>
          </a:p>
          <a:p>
            <a:r>
              <a:rPr lang="fr-FR" sz="550" dirty="0"/>
              <a:t>    ├── </a:t>
            </a:r>
            <a:r>
              <a:rPr lang="fr-FR" sz="550" dirty="0" err="1"/>
              <a:t>client.c</a:t>
            </a:r>
            <a:r>
              <a:rPr lang="fr-FR" sz="550" dirty="0"/>
              <a:t>  : socket UDP + </a:t>
            </a:r>
            <a:r>
              <a:rPr lang="fr-FR" sz="550" dirty="0" err="1"/>
              <a:t>sendto</a:t>
            </a:r>
            <a:r>
              <a:rPr lang="fr-FR" sz="550" dirty="0"/>
              <a:t>()</a:t>
            </a:r>
          </a:p>
          <a:p>
            <a:r>
              <a:rPr lang="fr-FR" sz="550" dirty="0"/>
              <a:t>    └── </a:t>
            </a:r>
            <a:r>
              <a:rPr lang="fr-FR" sz="550" dirty="0" err="1"/>
              <a:t>commun.c</a:t>
            </a:r>
            <a:r>
              <a:rPr lang="fr-FR" sz="550" dirty="0"/>
              <a:t>  : helpers sockets &amp; affichage</a:t>
            </a:r>
          </a:p>
          <a:p>
            <a:endParaRPr lang="fr-FR" sz="550" dirty="0"/>
          </a:p>
          <a:p>
            <a:r>
              <a:rPr lang="fr-FR" sz="550" dirty="0"/>
              <a:t>┌──────────────────────────────────────────────────────────┐</a:t>
            </a:r>
          </a:p>
          <a:p>
            <a:r>
              <a:rPr lang="fr-FR" sz="550" dirty="0"/>
              <a:t>│              PHASE 2 — Gestion des groupes               │</a:t>
            </a:r>
          </a:p>
          <a:p>
            <a:r>
              <a:rPr lang="fr-FR" sz="550" dirty="0"/>
              <a:t>└──────────────────────────────────────────────────────────┘</a:t>
            </a:r>
          </a:p>
          <a:p>
            <a:r>
              <a:rPr lang="fr-FR" sz="550" dirty="0"/>
              <a:t>    ├── Structure Groupe { nom, membres, modérateur… }</a:t>
            </a:r>
          </a:p>
          <a:p>
            <a:r>
              <a:rPr lang="fr-FR" sz="550" dirty="0"/>
              <a:t>    ├── CMD : créer / lister / rejoindre / quitter</a:t>
            </a:r>
          </a:p>
          <a:p>
            <a:r>
              <a:rPr lang="fr-FR" sz="550" dirty="0"/>
              <a:t>    ├── Mise à jour logique serveur</a:t>
            </a:r>
          </a:p>
          <a:p>
            <a:r>
              <a:rPr lang="fr-FR" sz="550" dirty="0"/>
              <a:t>    └── Menu client mis à jour</a:t>
            </a:r>
          </a:p>
          <a:p>
            <a:endParaRPr lang="fr-FR" sz="550" dirty="0"/>
          </a:p>
          <a:p>
            <a:r>
              <a:rPr lang="fr-FR" sz="550" dirty="0"/>
              <a:t>┌──────────────────────────────────────────────────────────┐</a:t>
            </a:r>
          </a:p>
          <a:p>
            <a:r>
              <a:rPr lang="fr-FR" sz="550" dirty="0"/>
              <a:t>│            PHASE 3 — Messagerie de groupe                │</a:t>
            </a:r>
          </a:p>
          <a:p>
            <a:r>
              <a:rPr lang="fr-FR" sz="550" dirty="0"/>
              <a:t>└──────────────────────────────────────────────────────────┘</a:t>
            </a:r>
          </a:p>
          <a:p>
            <a:r>
              <a:rPr lang="fr-FR" sz="550" dirty="0"/>
              <a:t>    ├── Broadcast serveur → membres groupe</a:t>
            </a:r>
          </a:p>
          <a:p>
            <a:r>
              <a:rPr lang="fr-FR" sz="550" dirty="0"/>
              <a:t>    ├── Réception asynchrone côté client</a:t>
            </a:r>
          </a:p>
          <a:p>
            <a:r>
              <a:rPr lang="fr-FR" sz="550" dirty="0"/>
              <a:t>    └── Process </a:t>
            </a:r>
            <a:r>
              <a:rPr lang="fr-FR" sz="550" dirty="0" err="1"/>
              <a:t>affichage.c</a:t>
            </a:r>
            <a:r>
              <a:rPr lang="fr-FR" sz="550" dirty="0"/>
              <a:t> (optionnel)</a:t>
            </a:r>
          </a:p>
          <a:p>
            <a:endParaRPr lang="fr-FR" sz="550" dirty="0"/>
          </a:p>
          <a:p>
            <a:r>
              <a:rPr lang="fr-FR" sz="550" dirty="0"/>
              <a:t>┌──────────────────────────────────────────────────────────┐</a:t>
            </a:r>
          </a:p>
          <a:p>
            <a:r>
              <a:rPr lang="fr-FR" sz="550" dirty="0"/>
              <a:t>│                    PHASE 4 — Chiffrement                 │</a:t>
            </a:r>
          </a:p>
          <a:p>
            <a:r>
              <a:rPr lang="fr-FR" sz="550" dirty="0"/>
              <a:t>└──────────────────────────────────────────────────────────┘</a:t>
            </a:r>
          </a:p>
          <a:p>
            <a:r>
              <a:rPr lang="fr-FR" sz="550" dirty="0"/>
              <a:t>    ├── </a:t>
            </a:r>
            <a:r>
              <a:rPr lang="fr-FR" sz="550" dirty="0" err="1"/>
              <a:t>crypto.c</a:t>
            </a:r>
            <a:r>
              <a:rPr lang="fr-FR" sz="550" dirty="0"/>
              <a:t> : XOR simple</a:t>
            </a:r>
          </a:p>
          <a:p>
            <a:r>
              <a:rPr lang="fr-FR" sz="550" dirty="0"/>
              <a:t>    ├── Client : chiffrer avant envoi</a:t>
            </a:r>
          </a:p>
          <a:p>
            <a:r>
              <a:rPr lang="fr-FR" sz="550" dirty="0"/>
              <a:t>    └── Client : déchiffrer après réception</a:t>
            </a:r>
          </a:p>
          <a:p>
            <a:endParaRPr lang="fr-FR" sz="550" dirty="0"/>
          </a:p>
          <a:p>
            <a:r>
              <a:rPr lang="fr-FR" sz="550" dirty="0"/>
              <a:t>┌──────────────────────────────────────────────────────────┐</a:t>
            </a:r>
          </a:p>
          <a:p>
            <a:r>
              <a:rPr lang="fr-FR" sz="550" dirty="0"/>
              <a:t>│                 PHASE 5 — Fusion de groupes              │</a:t>
            </a:r>
          </a:p>
          <a:p>
            <a:r>
              <a:rPr lang="fr-FR" sz="550" dirty="0"/>
              <a:t>└──────────────────────────────────────────────────────────┘</a:t>
            </a:r>
          </a:p>
          <a:p>
            <a:r>
              <a:rPr lang="fr-FR" sz="550" dirty="0"/>
              <a:t>    ├── CMD : fusion groupes</a:t>
            </a:r>
          </a:p>
          <a:p>
            <a:r>
              <a:rPr lang="fr-FR" sz="550" dirty="0"/>
              <a:t>    ├── Vérification droits (modérateur)</a:t>
            </a:r>
          </a:p>
          <a:p>
            <a:r>
              <a:rPr lang="fr-FR" sz="550" dirty="0"/>
              <a:t>    ├── Migration membres + notifications</a:t>
            </a:r>
          </a:p>
          <a:p>
            <a:r>
              <a:rPr lang="fr-FR" sz="550" dirty="0"/>
              <a:t>    └── Suppression groupe source</a:t>
            </a:r>
          </a:p>
          <a:p>
            <a:endParaRPr lang="fr-FR" sz="550" dirty="0"/>
          </a:p>
          <a:p>
            <a:r>
              <a:rPr lang="fr-FR" sz="550" dirty="0"/>
              <a:t>┌──────────────────────────────────────────────────────────┐</a:t>
            </a:r>
          </a:p>
          <a:p>
            <a:r>
              <a:rPr lang="fr-FR" sz="550" dirty="0"/>
              <a:t>│                PHASE 6 — Statistiques groupes            │</a:t>
            </a:r>
          </a:p>
          <a:p>
            <a:r>
              <a:rPr lang="fr-FR" sz="550" dirty="0"/>
              <a:t>└──────────────────────────────────────────────────────────┘</a:t>
            </a:r>
          </a:p>
          <a:p>
            <a:r>
              <a:rPr lang="fr-FR" sz="550" dirty="0"/>
              <a:t>    ├── </a:t>
            </a:r>
            <a:r>
              <a:rPr lang="fr-FR" sz="550" dirty="0" err="1"/>
              <a:t>stats.c</a:t>
            </a:r>
            <a:r>
              <a:rPr lang="fr-FR" sz="550" dirty="0"/>
              <a:t> : compteurs + timestamps</a:t>
            </a:r>
          </a:p>
          <a:p>
            <a:r>
              <a:rPr lang="fr-FR" sz="550" dirty="0"/>
              <a:t>    ├── Mise à jour </a:t>
            </a:r>
            <a:r>
              <a:rPr lang="fr-FR" sz="550" dirty="0" err="1"/>
              <a:t>hooks</a:t>
            </a:r>
            <a:r>
              <a:rPr lang="fr-FR" sz="550" dirty="0"/>
              <a:t> dans le code</a:t>
            </a:r>
          </a:p>
          <a:p>
            <a:r>
              <a:rPr lang="fr-FR" sz="550" dirty="0"/>
              <a:t>    └── CMD : demande &amp; affichage stats client</a:t>
            </a:r>
          </a:p>
          <a:p>
            <a:endParaRPr lang="fr-FR" sz="550" dirty="0"/>
          </a:p>
          <a:p>
            <a:r>
              <a:rPr lang="fr-FR" sz="550" dirty="0"/>
              <a:t>┌──────────────────────────────────────────────────────────┐</a:t>
            </a:r>
          </a:p>
          <a:p>
            <a:r>
              <a:rPr lang="fr-FR" sz="550" dirty="0"/>
              <a:t>│            PHASE 7 — Robustesse &amp; Finition               │</a:t>
            </a:r>
          </a:p>
          <a:p>
            <a:r>
              <a:rPr lang="fr-FR" sz="550" dirty="0"/>
              <a:t>└──────────────────────────────────────────────────────────┘</a:t>
            </a:r>
          </a:p>
          <a:p>
            <a:r>
              <a:rPr lang="fr-FR" sz="550" dirty="0"/>
              <a:t>    ├── Vérification retours d’erreurs</a:t>
            </a:r>
          </a:p>
          <a:p>
            <a:r>
              <a:rPr lang="fr-FR" sz="550" dirty="0"/>
              <a:t>    ├── Gestion signaux (SIGINT)</a:t>
            </a:r>
          </a:p>
          <a:p>
            <a:r>
              <a:rPr lang="fr-FR" sz="550" dirty="0"/>
              <a:t>    ├── Tests charge + </a:t>
            </a:r>
            <a:r>
              <a:rPr lang="fr-FR" sz="550" dirty="0" err="1"/>
              <a:t>Valgrind</a:t>
            </a:r>
            <a:endParaRPr lang="fr-FR" sz="550" dirty="0"/>
          </a:p>
          <a:p>
            <a:r>
              <a:rPr lang="fr-FR" sz="550" dirty="0"/>
              <a:t>    └── Documentation finale (README, protocole)</a:t>
            </a:r>
          </a:p>
          <a:p>
            <a:endParaRPr lang="fr-FR" sz="550" dirty="0"/>
          </a:p>
        </p:txBody>
      </p:sp>
    </p:spTree>
    <p:extLst>
      <p:ext uri="{BB962C8B-B14F-4D97-AF65-F5344CB8AC3E}">
        <p14:creationId xmlns:p14="http://schemas.microsoft.com/office/powerpoint/2010/main" val="11716989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13051340"/>
      </p:ext>
    </p:extLst>
  </p:cSld>
  <p:clrMapOvr>
    <a:masterClrMapping/>
  </p:clrMapOvr>
</p:sld>
</file>

<file path=ppt/theme/theme1.xml><?xml version="1.0" encoding="utf-8"?>
<a:theme xmlns:a="http://schemas.openxmlformats.org/drawingml/2006/main" name="Modèle powerpoint Naval Group - Template document de travail">
  <a:themeElements>
    <a:clrScheme name="Custom 1">
      <a:dk1>
        <a:srgbClr val="164191"/>
      </a:dk1>
      <a:lt1>
        <a:sysClr val="window" lastClr="FFFFFF"/>
      </a:lt1>
      <a:dk2>
        <a:srgbClr val="003264"/>
      </a:dk2>
      <a:lt2>
        <a:srgbClr val="BBBBBB"/>
      </a:lt2>
      <a:accent1>
        <a:srgbClr val="00A0D2"/>
      </a:accent1>
      <a:accent2>
        <a:srgbClr val="E63250"/>
      </a:accent2>
      <a:accent3>
        <a:srgbClr val="4BA000"/>
      </a:accent3>
      <a:accent4>
        <a:srgbClr val="784191"/>
      </a:accent4>
      <a:accent5>
        <a:srgbClr val="00A582"/>
      </a:accent5>
      <a:accent6>
        <a:srgbClr val="F07D00"/>
      </a:accent6>
      <a:hlink>
        <a:srgbClr val="78C8F5"/>
      </a:hlink>
      <a:folHlink>
        <a:srgbClr val="502864"/>
      </a:folHlink>
    </a:clrScheme>
    <a:fontScheme name="Personnalisé 1">
      <a:majorFont>
        <a:latin typeface="NavalGroup Sans"/>
        <a:ea typeface=""/>
        <a:cs typeface=""/>
      </a:majorFont>
      <a:minorFont>
        <a:latin typeface="NavalGroup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CS-IN_modele-bureautique-PPT_ FR_20240506" id="{E43B904E-ADA6-4D7D-9BC9-44D57808D53A}" vid="{077140A3-9910-47B7-8670-C7565854BC88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CS-IN_modele-bureautique-PPT_ FR_20240506</Template>
  <TotalTime>574</TotalTime>
  <Words>892</Words>
  <Application>Microsoft Office PowerPoint</Application>
  <PresentationFormat>Affichage à l'écran (16:9)</PresentationFormat>
  <Paragraphs>165</Paragraphs>
  <Slides>10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7" baseType="lpstr">
      <vt:lpstr>Arial</vt:lpstr>
      <vt:lpstr>Calibri</vt:lpstr>
      <vt:lpstr>NavalGroup Sans</vt:lpstr>
      <vt:lpstr>NavalGroup Sans Light</vt:lpstr>
      <vt:lpstr>NavalGroup Sans Regular</vt:lpstr>
      <vt:lpstr>Wingdings</vt:lpstr>
      <vt:lpstr>Modèle powerpoint Naval Group - Template document de travail</vt:lpstr>
      <vt:lpstr>Présentation PowerPoint</vt:lpstr>
      <vt:lpstr>RoadMAP</vt:lpstr>
      <vt:lpstr>Attendu du projet</vt:lpstr>
      <vt:lpstr>Déclinaison des use_case du projet</vt:lpstr>
      <vt:lpstr>Présentation PowerPoint</vt:lpstr>
      <vt:lpstr>Diagramme de flux</vt:lpstr>
      <vt:lpstr>Architecture imposée</vt:lpstr>
      <vt:lpstr>Arborescence du projet</vt:lpstr>
      <vt:lpstr>Déroulé en phases</vt:lpstr>
      <vt:lpstr>Présentation PowerPoint</vt:lpstr>
    </vt:vector>
  </TitlesOfParts>
  <Company>DCNS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PRUDHOMME, Nicolas</dc:creator>
  <cp:lastModifiedBy>nicolas.prudhomme26@gmail.com</cp:lastModifiedBy>
  <cp:revision>34</cp:revision>
  <cp:lastPrinted>2017-09-14T11:57:25Z</cp:lastPrinted>
  <dcterms:created xsi:type="dcterms:W3CDTF">2024-12-16T13:15:02Z</dcterms:created>
  <dcterms:modified xsi:type="dcterms:W3CDTF">2025-11-14T14:56:49Z</dcterms:modified>
</cp:coreProperties>
</file>