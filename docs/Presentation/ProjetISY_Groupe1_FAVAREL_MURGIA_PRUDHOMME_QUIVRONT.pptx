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80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5" d="100"/>
          <a:sy n="135" d="100"/>
        </p:scale>
        <p:origin x="92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gd5260bdd85_0_3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5" name="Google Shape;425;gd5260bdd85_0_3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g1f72ba2facf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2" name="Google Shape;442;g1f72ba2facf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g3b1493fd2a1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8" name="Google Shape;448;g3b1493fd2a1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g54dda1946d_4_27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4" name="Google Shape;454;g54dda1946d_4_27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8" name="Google Shape;478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 rot="5400000">
            <a:off x="2150850" y="-1761150"/>
            <a:ext cx="4842300" cy="8665800"/>
          </a:xfrm>
          <a:prstGeom prst="bracketPair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13225" y="1122674"/>
            <a:ext cx="4100400" cy="218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96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13225" y="3424696"/>
            <a:ext cx="4100400" cy="379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 txBox="1">
            <a:spLocks noGrp="1"/>
          </p:cNvSpPr>
          <p:nvPr>
            <p:ph type="title"/>
          </p:nvPr>
        </p:nvSpPr>
        <p:spPr>
          <a:xfrm>
            <a:off x="713225" y="2254513"/>
            <a:ext cx="4444500" cy="915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title" idx="2" hasCustomPrompt="1"/>
          </p:nvPr>
        </p:nvSpPr>
        <p:spPr>
          <a:xfrm>
            <a:off x="713225" y="1322859"/>
            <a:ext cx="1652100" cy="915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5" name="Google Shape;15;p3"/>
          <p:cNvSpPr txBox="1">
            <a:spLocks noGrp="1"/>
          </p:cNvSpPr>
          <p:nvPr>
            <p:ph type="subTitle" idx="1"/>
          </p:nvPr>
        </p:nvSpPr>
        <p:spPr>
          <a:xfrm>
            <a:off x="713225" y="3209796"/>
            <a:ext cx="4444500" cy="37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3"/>
          <p:cNvSpPr/>
          <p:nvPr/>
        </p:nvSpPr>
        <p:spPr>
          <a:xfrm rot="5400000">
            <a:off x="2150850" y="-1761150"/>
            <a:ext cx="4842300" cy="8665800"/>
          </a:xfrm>
          <a:prstGeom prst="bracketPair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7" name="Google Shape;17;p3"/>
          <p:cNvGrpSpPr/>
          <p:nvPr/>
        </p:nvGrpSpPr>
        <p:grpSpPr>
          <a:xfrm>
            <a:off x="4923497" y="281246"/>
            <a:ext cx="234196" cy="188409"/>
            <a:chOff x="3889166" y="1636096"/>
            <a:chExt cx="98179" cy="78984"/>
          </a:xfrm>
        </p:grpSpPr>
        <p:sp>
          <p:nvSpPr>
            <p:cNvPr id="18" name="Google Shape;18;p3"/>
            <p:cNvSpPr/>
            <p:nvPr/>
          </p:nvSpPr>
          <p:spPr>
            <a:xfrm>
              <a:off x="3889166" y="1636096"/>
              <a:ext cx="51237" cy="78984"/>
            </a:xfrm>
            <a:custGeom>
              <a:avLst/>
              <a:gdLst/>
              <a:ahLst/>
              <a:cxnLst/>
              <a:rect l="l" t="t" r="r" b="b"/>
              <a:pathLst>
                <a:path w="1444" h="2226" extrusionOk="0">
                  <a:moveTo>
                    <a:pt x="1234" y="0"/>
                  </a:moveTo>
                  <a:cubicBezTo>
                    <a:pt x="1175" y="0"/>
                    <a:pt x="1109" y="21"/>
                    <a:pt x="1062" y="68"/>
                  </a:cubicBezTo>
                  <a:lnTo>
                    <a:pt x="1" y="1165"/>
                  </a:lnTo>
                  <a:lnTo>
                    <a:pt x="1062" y="2162"/>
                  </a:lnTo>
                  <a:cubicBezTo>
                    <a:pt x="1118" y="2190"/>
                    <a:pt x="1175" y="2226"/>
                    <a:pt x="1203" y="2226"/>
                  </a:cubicBezTo>
                  <a:cubicBezTo>
                    <a:pt x="1267" y="2226"/>
                    <a:pt x="1324" y="2190"/>
                    <a:pt x="1380" y="2162"/>
                  </a:cubicBezTo>
                  <a:cubicBezTo>
                    <a:pt x="1444" y="2077"/>
                    <a:pt x="1444" y="1929"/>
                    <a:pt x="1352" y="1837"/>
                  </a:cubicBezTo>
                  <a:lnTo>
                    <a:pt x="616" y="1165"/>
                  </a:lnTo>
                  <a:lnTo>
                    <a:pt x="1380" y="365"/>
                  </a:lnTo>
                  <a:cubicBezTo>
                    <a:pt x="1444" y="280"/>
                    <a:pt x="1444" y="132"/>
                    <a:pt x="1352" y="40"/>
                  </a:cubicBezTo>
                  <a:cubicBezTo>
                    <a:pt x="1327" y="14"/>
                    <a:pt x="1282" y="0"/>
                    <a:pt x="1234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3"/>
            <p:cNvSpPr/>
            <p:nvPr/>
          </p:nvSpPr>
          <p:spPr>
            <a:xfrm>
              <a:off x="3935114" y="1636096"/>
              <a:ext cx="52230" cy="78984"/>
            </a:xfrm>
            <a:custGeom>
              <a:avLst/>
              <a:gdLst/>
              <a:ahLst/>
              <a:cxnLst/>
              <a:rect l="l" t="t" r="r" b="b"/>
              <a:pathLst>
                <a:path w="1472" h="2226" extrusionOk="0">
                  <a:moveTo>
                    <a:pt x="1240" y="0"/>
                  </a:moveTo>
                  <a:cubicBezTo>
                    <a:pt x="1174" y="0"/>
                    <a:pt x="1108" y="21"/>
                    <a:pt x="1062" y="68"/>
                  </a:cubicBezTo>
                  <a:lnTo>
                    <a:pt x="0" y="1165"/>
                  </a:lnTo>
                  <a:lnTo>
                    <a:pt x="1090" y="2162"/>
                  </a:lnTo>
                  <a:cubicBezTo>
                    <a:pt x="1118" y="2190"/>
                    <a:pt x="1182" y="2226"/>
                    <a:pt x="1210" y="2226"/>
                  </a:cubicBezTo>
                  <a:cubicBezTo>
                    <a:pt x="1267" y="2226"/>
                    <a:pt x="1323" y="2190"/>
                    <a:pt x="1387" y="2162"/>
                  </a:cubicBezTo>
                  <a:cubicBezTo>
                    <a:pt x="1472" y="2077"/>
                    <a:pt x="1444" y="1929"/>
                    <a:pt x="1359" y="1837"/>
                  </a:cubicBezTo>
                  <a:lnTo>
                    <a:pt x="616" y="1165"/>
                  </a:lnTo>
                  <a:lnTo>
                    <a:pt x="1387" y="365"/>
                  </a:lnTo>
                  <a:cubicBezTo>
                    <a:pt x="1472" y="280"/>
                    <a:pt x="1444" y="132"/>
                    <a:pt x="1387" y="40"/>
                  </a:cubicBezTo>
                  <a:cubicBezTo>
                    <a:pt x="1346" y="14"/>
                    <a:pt x="1293" y="0"/>
                    <a:pt x="1240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" name="Google Shape;20;p3"/>
          <p:cNvGrpSpPr/>
          <p:nvPr/>
        </p:nvGrpSpPr>
        <p:grpSpPr>
          <a:xfrm>
            <a:off x="8670104" y="3863122"/>
            <a:ext cx="234788" cy="188409"/>
            <a:chOff x="4424582" y="1819850"/>
            <a:chExt cx="98427" cy="78984"/>
          </a:xfrm>
        </p:grpSpPr>
        <p:sp>
          <p:nvSpPr>
            <p:cNvPr id="21" name="Google Shape;21;p3"/>
            <p:cNvSpPr/>
            <p:nvPr/>
          </p:nvSpPr>
          <p:spPr>
            <a:xfrm>
              <a:off x="4470495" y="1819850"/>
              <a:ext cx="52514" cy="78984"/>
            </a:xfrm>
            <a:custGeom>
              <a:avLst/>
              <a:gdLst/>
              <a:ahLst/>
              <a:cxnLst/>
              <a:rect l="l" t="t" r="r" b="b"/>
              <a:pathLst>
                <a:path w="1480" h="2226" extrusionOk="0">
                  <a:moveTo>
                    <a:pt x="219" y="1"/>
                  </a:moveTo>
                  <a:cubicBezTo>
                    <a:pt x="174" y="1"/>
                    <a:pt x="130" y="15"/>
                    <a:pt x="93" y="39"/>
                  </a:cubicBezTo>
                  <a:cubicBezTo>
                    <a:pt x="1" y="131"/>
                    <a:pt x="1" y="280"/>
                    <a:pt x="93" y="365"/>
                  </a:cubicBezTo>
                  <a:lnTo>
                    <a:pt x="857" y="1136"/>
                  </a:lnTo>
                  <a:lnTo>
                    <a:pt x="93" y="1843"/>
                  </a:lnTo>
                  <a:cubicBezTo>
                    <a:pt x="1" y="1928"/>
                    <a:pt x="1" y="2077"/>
                    <a:pt x="93" y="2133"/>
                  </a:cubicBezTo>
                  <a:cubicBezTo>
                    <a:pt x="121" y="2197"/>
                    <a:pt x="178" y="2225"/>
                    <a:pt x="241" y="2225"/>
                  </a:cubicBezTo>
                  <a:cubicBezTo>
                    <a:pt x="298" y="2225"/>
                    <a:pt x="355" y="2197"/>
                    <a:pt x="383" y="2162"/>
                  </a:cubicBezTo>
                  <a:lnTo>
                    <a:pt x="1479" y="1164"/>
                  </a:lnTo>
                  <a:lnTo>
                    <a:pt x="383" y="75"/>
                  </a:lnTo>
                  <a:cubicBezTo>
                    <a:pt x="335" y="23"/>
                    <a:pt x="277" y="1"/>
                    <a:pt x="219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>
              <a:off x="4424582" y="1819850"/>
              <a:ext cx="51237" cy="78984"/>
            </a:xfrm>
            <a:custGeom>
              <a:avLst/>
              <a:gdLst/>
              <a:ahLst/>
              <a:cxnLst/>
              <a:rect l="l" t="t" r="r" b="b"/>
              <a:pathLst>
                <a:path w="1444" h="2226" extrusionOk="0">
                  <a:moveTo>
                    <a:pt x="218" y="1"/>
                  </a:moveTo>
                  <a:cubicBezTo>
                    <a:pt x="172" y="1"/>
                    <a:pt x="126" y="15"/>
                    <a:pt x="85" y="39"/>
                  </a:cubicBezTo>
                  <a:cubicBezTo>
                    <a:pt x="0" y="131"/>
                    <a:pt x="0" y="280"/>
                    <a:pt x="85" y="365"/>
                  </a:cubicBezTo>
                  <a:lnTo>
                    <a:pt x="856" y="1136"/>
                  </a:lnTo>
                  <a:lnTo>
                    <a:pt x="85" y="1843"/>
                  </a:lnTo>
                  <a:cubicBezTo>
                    <a:pt x="0" y="1928"/>
                    <a:pt x="0" y="2077"/>
                    <a:pt x="85" y="2133"/>
                  </a:cubicBezTo>
                  <a:cubicBezTo>
                    <a:pt x="121" y="2197"/>
                    <a:pt x="177" y="2225"/>
                    <a:pt x="234" y="2225"/>
                  </a:cubicBezTo>
                  <a:cubicBezTo>
                    <a:pt x="297" y="2225"/>
                    <a:pt x="326" y="2197"/>
                    <a:pt x="382" y="2162"/>
                  </a:cubicBezTo>
                  <a:lnTo>
                    <a:pt x="1444" y="1164"/>
                  </a:lnTo>
                  <a:lnTo>
                    <a:pt x="382" y="75"/>
                  </a:lnTo>
                  <a:cubicBezTo>
                    <a:pt x="335" y="23"/>
                    <a:pt x="276" y="1"/>
                    <a:pt x="218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/>
          <p:nvPr/>
        </p:nvSpPr>
        <p:spPr>
          <a:xfrm>
            <a:off x="7856925" y="3725245"/>
            <a:ext cx="2496096" cy="1582356"/>
          </a:xfrm>
          <a:custGeom>
            <a:avLst/>
            <a:gdLst/>
            <a:ahLst/>
            <a:cxnLst/>
            <a:rect l="l" t="t" r="r" b="b"/>
            <a:pathLst>
              <a:path w="47371" h="30030" extrusionOk="0">
                <a:moveTo>
                  <a:pt x="30713" y="1"/>
                </a:moveTo>
                <a:cubicBezTo>
                  <a:pt x="29748" y="1"/>
                  <a:pt x="28782" y="127"/>
                  <a:pt x="27824" y="424"/>
                </a:cubicBezTo>
                <a:cubicBezTo>
                  <a:pt x="26233" y="898"/>
                  <a:pt x="24733" y="1605"/>
                  <a:pt x="23077" y="1931"/>
                </a:cubicBezTo>
                <a:cubicBezTo>
                  <a:pt x="22133" y="2112"/>
                  <a:pt x="21172" y="2158"/>
                  <a:pt x="20205" y="2158"/>
                </a:cubicBezTo>
                <a:cubicBezTo>
                  <a:pt x="19185" y="2158"/>
                  <a:pt x="18159" y="2106"/>
                  <a:pt x="17142" y="2106"/>
                </a:cubicBezTo>
                <a:cubicBezTo>
                  <a:pt x="15844" y="2106"/>
                  <a:pt x="14560" y="2191"/>
                  <a:pt x="13322" y="2574"/>
                </a:cubicBezTo>
                <a:cubicBezTo>
                  <a:pt x="11079" y="3282"/>
                  <a:pt x="9198" y="4966"/>
                  <a:pt x="8250" y="7088"/>
                </a:cubicBezTo>
                <a:cubicBezTo>
                  <a:pt x="7514" y="8708"/>
                  <a:pt x="7337" y="10505"/>
                  <a:pt x="6453" y="12012"/>
                </a:cubicBezTo>
                <a:cubicBezTo>
                  <a:pt x="5158" y="14247"/>
                  <a:pt x="2590" y="15513"/>
                  <a:pt x="1296" y="17756"/>
                </a:cubicBezTo>
                <a:cubicBezTo>
                  <a:pt x="1" y="20055"/>
                  <a:pt x="355" y="23062"/>
                  <a:pt x="1798" y="25304"/>
                </a:cubicBezTo>
                <a:cubicBezTo>
                  <a:pt x="1883" y="25389"/>
                  <a:pt x="1946" y="25509"/>
                  <a:pt x="2031" y="25630"/>
                </a:cubicBezTo>
                <a:cubicBezTo>
                  <a:pt x="3687" y="27865"/>
                  <a:pt x="6340" y="29195"/>
                  <a:pt x="9077" y="29726"/>
                </a:cubicBezTo>
                <a:cubicBezTo>
                  <a:pt x="10189" y="29941"/>
                  <a:pt x="11314" y="30029"/>
                  <a:pt x="12442" y="30029"/>
                </a:cubicBezTo>
                <a:cubicBezTo>
                  <a:pt x="14099" y="30029"/>
                  <a:pt x="15761" y="29838"/>
                  <a:pt x="17390" y="29577"/>
                </a:cubicBezTo>
                <a:cubicBezTo>
                  <a:pt x="18897" y="29344"/>
                  <a:pt x="20425" y="29047"/>
                  <a:pt x="21960" y="29018"/>
                </a:cubicBezTo>
                <a:cubicBezTo>
                  <a:pt x="22130" y="29012"/>
                  <a:pt x="22300" y="29010"/>
                  <a:pt x="22470" y="29010"/>
                </a:cubicBezTo>
                <a:cubicBezTo>
                  <a:pt x="24892" y="29010"/>
                  <a:pt x="27287" y="29585"/>
                  <a:pt x="29713" y="29698"/>
                </a:cubicBezTo>
                <a:cubicBezTo>
                  <a:pt x="29922" y="29707"/>
                  <a:pt x="30132" y="29711"/>
                  <a:pt x="30343" y="29711"/>
                </a:cubicBezTo>
                <a:cubicBezTo>
                  <a:pt x="32751" y="29711"/>
                  <a:pt x="35268" y="29093"/>
                  <a:pt x="36816" y="27278"/>
                </a:cubicBezTo>
                <a:cubicBezTo>
                  <a:pt x="37672" y="26274"/>
                  <a:pt x="38139" y="25007"/>
                  <a:pt x="39143" y="24123"/>
                </a:cubicBezTo>
                <a:cubicBezTo>
                  <a:pt x="40120" y="23295"/>
                  <a:pt x="41414" y="22977"/>
                  <a:pt x="42560" y="22383"/>
                </a:cubicBezTo>
                <a:cubicBezTo>
                  <a:pt x="44859" y="21173"/>
                  <a:pt x="46366" y="18789"/>
                  <a:pt x="46869" y="16256"/>
                </a:cubicBezTo>
                <a:cubicBezTo>
                  <a:pt x="47371" y="13717"/>
                  <a:pt x="46925" y="11064"/>
                  <a:pt x="45984" y="8651"/>
                </a:cubicBezTo>
                <a:cubicBezTo>
                  <a:pt x="44541" y="4966"/>
                  <a:pt x="40735" y="2751"/>
                  <a:pt x="37141" y="1428"/>
                </a:cubicBezTo>
                <a:cubicBezTo>
                  <a:pt x="35075" y="648"/>
                  <a:pt x="32897" y="1"/>
                  <a:pt x="30713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4"/>
          <p:cNvSpPr/>
          <p:nvPr/>
        </p:nvSpPr>
        <p:spPr>
          <a:xfrm rot="-8598636">
            <a:off x="-986011" y="800483"/>
            <a:ext cx="1492690" cy="1867091"/>
          </a:xfrm>
          <a:custGeom>
            <a:avLst/>
            <a:gdLst/>
            <a:ahLst/>
            <a:cxnLst/>
            <a:rect l="l" t="t" r="r" b="b"/>
            <a:pathLst>
              <a:path w="7690" h="9619" extrusionOk="0">
                <a:moveTo>
                  <a:pt x="1814" y="0"/>
                </a:moveTo>
                <a:cubicBezTo>
                  <a:pt x="1314" y="0"/>
                  <a:pt x="835" y="161"/>
                  <a:pt x="503" y="527"/>
                </a:cubicBezTo>
                <a:cubicBezTo>
                  <a:pt x="114" y="938"/>
                  <a:pt x="1" y="1532"/>
                  <a:pt x="29" y="2063"/>
                </a:cubicBezTo>
                <a:cubicBezTo>
                  <a:pt x="57" y="2621"/>
                  <a:pt x="234" y="3152"/>
                  <a:pt x="383" y="3683"/>
                </a:cubicBezTo>
                <a:cubicBezTo>
                  <a:pt x="913" y="5777"/>
                  <a:pt x="149" y="9017"/>
                  <a:pt x="3064" y="9547"/>
                </a:cubicBezTo>
                <a:cubicBezTo>
                  <a:pt x="3307" y="9596"/>
                  <a:pt x="3542" y="9619"/>
                  <a:pt x="3768" y="9619"/>
                </a:cubicBezTo>
                <a:cubicBezTo>
                  <a:pt x="6281" y="9619"/>
                  <a:pt x="7690" y="6774"/>
                  <a:pt x="7365" y="4418"/>
                </a:cubicBezTo>
                <a:cubicBezTo>
                  <a:pt x="7252" y="3739"/>
                  <a:pt x="6983" y="3060"/>
                  <a:pt x="6573" y="2501"/>
                </a:cubicBezTo>
                <a:cubicBezTo>
                  <a:pt x="6276" y="2119"/>
                  <a:pt x="5922" y="1822"/>
                  <a:pt x="5512" y="1589"/>
                </a:cubicBezTo>
                <a:cubicBezTo>
                  <a:pt x="5129" y="1383"/>
                  <a:pt x="4684" y="1263"/>
                  <a:pt x="4274" y="1058"/>
                </a:cubicBezTo>
                <a:cubicBezTo>
                  <a:pt x="3863" y="825"/>
                  <a:pt x="3474" y="527"/>
                  <a:pt x="3064" y="322"/>
                </a:cubicBezTo>
                <a:cubicBezTo>
                  <a:pt x="2683" y="117"/>
                  <a:pt x="2240" y="0"/>
                  <a:pt x="1814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6" name="Google Shape;26;p4"/>
          <p:cNvGrpSpPr/>
          <p:nvPr/>
        </p:nvGrpSpPr>
        <p:grpSpPr>
          <a:xfrm>
            <a:off x="186765" y="3075875"/>
            <a:ext cx="360758" cy="258297"/>
            <a:chOff x="4992850" y="4345375"/>
            <a:chExt cx="607336" cy="638400"/>
          </a:xfrm>
        </p:grpSpPr>
        <p:sp>
          <p:nvSpPr>
            <p:cNvPr id="27" name="Google Shape;27;p4"/>
            <p:cNvSpPr/>
            <p:nvPr/>
          </p:nvSpPr>
          <p:spPr>
            <a:xfrm>
              <a:off x="4992850" y="4345375"/>
              <a:ext cx="225900" cy="638400"/>
            </a:xfrm>
            <a:prstGeom prst="leftBrace">
              <a:avLst>
                <a:gd name="adj1" fmla="val 2174"/>
                <a:gd name="adj2" fmla="val 50000"/>
              </a:avLst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4"/>
            <p:cNvSpPr/>
            <p:nvPr/>
          </p:nvSpPr>
          <p:spPr>
            <a:xfrm rot="10800000">
              <a:off x="5374286" y="4345375"/>
              <a:ext cx="225900" cy="638400"/>
            </a:xfrm>
            <a:prstGeom prst="leftBrace">
              <a:avLst>
                <a:gd name="adj1" fmla="val 2174"/>
                <a:gd name="adj2" fmla="val 50000"/>
              </a:avLst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9" name="Google Shape;29;p4"/>
          <p:cNvSpPr/>
          <p:nvPr/>
        </p:nvSpPr>
        <p:spPr>
          <a:xfrm>
            <a:off x="8534500" y="2571750"/>
            <a:ext cx="215100" cy="258300"/>
          </a:xfrm>
          <a:prstGeom prst="bracketPair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0" name="Google Shape;30;p4"/>
          <p:cNvGrpSpPr/>
          <p:nvPr/>
        </p:nvGrpSpPr>
        <p:grpSpPr>
          <a:xfrm>
            <a:off x="139422" y="1258621"/>
            <a:ext cx="234196" cy="188409"/>
            <a:chOff x="5151797" y="479071"/>
            <a:chExt cx="234196" cy="188409"/>
          </a:xfrm>
        </p:grpSpPr>
        <p:sp>
          <p:nvSpPr>
            <p:cNvPr id="31" name="Google Shape;31;p4"/>
            <p:cNvSpPr/>
            <p:nvPr/>
          </p:nvSpPr>
          <p:spPr>
            <a:xfrm>
              <a:off x="5151797" y="479071"/>
              <a:ext cx="122220" cy="188409"/>
            </a:xfrm>
            <a:custGeom>
              <a:avLst/>
              <a:gdLst/>
              <a:ahLst/>
              <a:cxnLst/>
              <a:rect l="l" t="t" r="r" b="b"/>
              <a:pathLst>
                <a:path w="1444" h="2226" extrusionOk="0">
                  <a:moveTo>
                    <a:pt x="1234" y="0"/>
                  </a:moveTo>
                  <a:cubicBezTo>
                    <a:pt x="1175" y="0"/>
                    <a:pt x="1109" y="21"/>
                    <a:pt x="1062" y="68"/>
                  </a:cubicBezTo>
                  <a:lnTo>
                    <a:pt x="1" y="1165"/>
                  </a:lnTo>
                  <a:lnTo>
                    <a:pt x="1062" y="2162"/>
                  </a:lnTo>
                  <a:cubicBezTo>
                    <a:pt x="1118" y="2190"/>
                    <a:pt x="1175" y="2226"/>
                    <a:pt x="1203" y="2226"/>
                  </a:cubicBezTo>
                  <a:cubicBezTo>
                    <a:pt x="1267" y="2226"/>
                    <a:pt x="1324" y="2190"/>
                    <a:pt x="1380" y="2162"/>
                  </a:cubicBezTo>
                  <a:cubicBezTo>
                    <a:pt x="1444" y="2077"/>
                    <a:pt x="1444" y="1929"/>
                    <a:pt x="1352" y="1837"/>
                  </a:cubicBezTo>
                  <a:lnTo>
                    <a:pt x="616" y="1165"/>
                  </a:lnTo>
                  <a:lnTo>
                    <a:pt x="1380" y="365"/>
                  </a:lnTo>
                  <a:cubicBezTo>
                    <a:pt x="1444" y="280"/>
                    <a:pt x="1444" y="132"/>
                    <a:pt x="1352" y="40"/>
                  </a:cubicBezTo>
                  <a:cubicBezTo>
                    <a:pt x="1327" y="14"/>
                    <a:pt x="1282" y="0"/>
                    <a:pt x="123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4"/>
            <p:cNvSpPr/>
            <p:nvPr/>
          </p:nvSpPr>
          <p:spPr>
            <a:xfrm>
              <a:off x="5261402" y="479071"/>
              <a:ext cx="124590" cy="188409"/>
            </a:xfrm>
            <a:custGeom>
              <a:avLst/>
              <a:gdLst/>
              <a:ahLst/>
              <a:cxnLst/>
              <a:rect l="l" t="t" r="r" b="b"/>
              <a:pathLst>
                <a:path w="1472" h="2226" extrusionOk="0">
                  <a:moveTo>
                    <a:pt x="1240" y="0"/>
                  </a:moveTo>
                  <a:cubicBezTo>
                    <a:pt x="1174" y="0"/>
                    <a:pt x="1108" y="21"/>
                    <a:pt x="1062" y="68"/>
                  </a:cubicBezTo>
                  <a:lnTo>
                    <a:pt x="0" y="1165"/>
                  </a:lnTo>
                  <a:lnTo>
                    <a:pt x="1090" y="2162"/>
                  </a:lnTo>
                  <a:cubicBezTo>
                    <a:pt x="1118" y="2190"/>
                    <a:pt x="1182" y="2226"/>
                    <a:pt x="1210" y="2226"/>
                  </a:cubicBezTo>
                  <a:cubicBezTo>
                    <a:pt x="1267" y="2226"/>
                    <a:pt x="1323" y="2190"/>
                    <a:pt x="1387" y="2162"/>
                  </a:cubicBezTo>
                  <a:cubicBezTo>
                    <a:pt x="1472" y="2077"/>
                    <a:pt x="1444" y="1929"/>
                    <a:pt x="1359" y="1837"/>
                  </a:cubicBezTo>
                  <a:lnTo>
                    <a:pt x="616" y="1165"/>
                  </a:lnTo>
                  <a:lnTo>
                    <a:pt x="1387" y="365"/>
                  </a:lnTo>
                  <a:cubicBezTo>
                    <a:pt x="1472" y="280"/>
                    <a:pt x="1444" y="132"/>
                    <a:pt x="1387" y="40"/>
                  </a:cubicBezTo>
                  <a:cubicBezTo>
                    <a:pt x="1346" y="14"/>
                    <a:pt x="1293" y="0"/>
                    <a:pt x="124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" name="Google Shape;33;p4"/>
          <p:cNvGrpSpPr/>
          <p:nvPr/>
        </p:nvGrpSpPr>
        <p:grpSpPr>
          <a:xfrm>
            <a:off x="8687454" y="4050122"/>
            <a:ext cx="234788" cy="188409"/>
            <a:chOff x="6428979" y="917397"/>
            <a:chExt cx="234788" cy="188409"/>
          </a:xfrm>
        </p:grpSpPr>
        <p:sp>
          <p:nvSpPr>
            <p:cNvPr id="34" name="Google Shape;34;p4"/>
            <p:cNvSpPr/>
            <p:nvPr/>
          </p:nvSpPr>
          <p:spPr>
            <a:xfrm>
              <a:off x="6538500" y="917397"/>
              <a:ext cx="125267" cy="188409"/>
            </a:xfrm>
            <a:custGeom>
              <a:avLst/>
              <a:gdLst/>
              <a:ahLst/>
              <a:cxnLst/>
              <a:rect l="l" t="t" r="r" b="b"/>
              <a:pathLst>
                <a:path w="1480" h="2226" extrusionOk="0">
                  <a:moveTo>
                    <a:pt x="219" y="1"/>
                  </a:moveTo>
                  <a:cubicBezTo>
                    <a:pt x="174" y="1"/>
                    <a:pt x="130" y="15"/>
                    <a:pt x="93" y="39"/>
                  </a:cubicBezTo>
                  <a:cubicBezTo>
                    <a:pt x="1" y="131"/>
                    <a:pt x="1" y="280"/>
                    <a:pt x="93" y="365"/>
                  </a:cubicBezTo>
                  <a:lnTo>
                    <a:pt x="857" y="1136"/>
                  </a:lnTo>
                  <a:lnTo>
                    <a:pt x="93" y="1843"/>
                  </a:lnTo>
                  <a:cubicBezTo>
                    <a:pt x="1" y="1928"/>
                    <a:pt x="1" y="2077"/>
                    <a:pt x="93" y="2133"/>
                  </a:cubicBezTo>
                  <a:cubicBezTo>
                    <a:pt x="121" y="2197"/>
                    <a:pt x="178" y="2225"/>
                    <a:pt x="241" y="2225"/>
                  </a:cubicBezTo>
                  <a:cubicBezTo>
                    <a:pt x="298" y="2225"/>
                    <a:pt x="355" y="2197"/>
                    <a:pt x="383" y="2162"/>
                  </a:cubicBezTo>
                  <a:lnTo>
                    <a:pt x="1479" y="1164"/>
                  </a:lnTo>
                  <a:lnTo>
                    <a:pt x="383" y="75"/>
                  </a:lnTo>
                  <a:cubicBezTo>
                    <a:pt x="335" y="23"/>
                    <a:pt x="277" y="1"/>
                    <a:pt x="219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4"/>
            <p:cNvSpPr/>
            <p:nvPr/>
          </p:nvSpPr>
          <p:spPr>
            <a:xfrm>
              <a:off x="6428979" y="917397"/>
              <a:ext cx="122220" cy="188409"/>
            </a:xfrm>
            <a:custGeom>
              <a:avLst/>
              <a:gdLst/>
              <a:ahLst/>
              <a:cxnLst/>
              <a:rect l="l" t="t" r="r" b="b"/>
              <a:pathLst>
                <a:path w="1444" h="2226" extrusionOk="0">
                  <a:moveTo>
                    <a:pt x="218" y="1"/>
                  </a:moveTo>
                  <a:cubicBezTo>
                    <a:pt x="172" y="1"/>
                    <a:pt x="126" y="15"/>
                    <a:pt x="85" y="39"/>
                  </a:cubicBezTo>
                  <a:cubicBezTo>
                    <a:pt x="0" y="131"/>
                    <a:pt x="0" y="280"/>
                    <a:pt x="85" y="365"/>
                  </a:cubicBezTo>
                  <a:lnTo>
                    <a:pt x="856" y="1136"/>
                  </a:lnTo>
                  <a:lnTo>
                    <a:pt x="85" y="1843"/>
                  </a:lnTo>
                  <a:cubicBezTo>
                    <a:pt x="0" y="1928"/>
                    <a:pt x="0" y="2077"/>
                    <a:pt x="85" y="2133"/>
                  </a:cubicBezTo>
                  <a:cubicBezTo>
                    <a:pt x="121" y="2197"/>
                    <a:pt x="177" y="2225"/>
                    <a:pt x="234" y="2225"/>
                  </a:cubicBezTo>
                  <a:cubicBezTo>
                    <a:pt x="297" y="2225"/>
                    <a:pt x="326" y="2197"/>
                    <a:pt x="382" y="2162"/>
                  </a:cubicBezTo>
                  <a:lnTo>
                    <a:pt x="1444" y="1164"/>
                  </a:lnTo>
                  <a:lnTo>
                    <a:pt x="382" y="75"/>
                  </a:lnTo>
                  <a:cubicBezTo>
                    <a:pt x="335" y="23"/>
                    <a:pt x="276" y="1"/>
                    <a:pt x="21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" name="Google Shape;36;p4"/>
          <p:cNvSpPr/>
          <p:nvPr/>
        </p:nvSpPr>
        <p:spPr>
          <a:xfrm>
            <a:off x="8749600" y="3334175"/>
            <a:ext cx="289200" cy="258300"/>
          </a:xfrm>
          <a:prstGeom prst="bracePair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"/>
          <p:cNvSpPr txBox="1">
            <a:spLocks noGrp="1"/>
          </p:cNvSpPr>
          <p:nvPr>
            <p:ph type="body" idx="1"/>
          </p:nvPr>
        </p:nvSpPr>
        <p:spPr>
          <a:xfrm>
            <a:off x="720000" y="1215750"/>
            <a:ext cx="7704000" cy="125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Lato Light"/>
              <a:buChar char="●"/>
              <a:defRPr sz="1200"/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39" name="Google Shape;39;p4"/>
          <p:cNvSpPr/>
          <p:nvPr/>
        </p:nvSpPr>
        <p:spPr>
          <a:xfrm rot="5400000">
            <a:off x="2150850" y="-1761150"/>
            <a:ext cx="4842300" cy="8665800"/>
          </a:xfrm>
          <a:prstGeom prst="bracketPair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subTitle" idx="1"/>
          </p:nvPr>
        </p:nvSpPr>
        <p:spPr>
          <a:xfrm>
            <a:off x="5055284" y="3738649"/>
            <a:ext cx="2505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3" name="Google Shape;43;p5"/>
          <p:cNvSpPr txBox="1">
            <a:spLocks noGrp="1"/>
          </p:cNvSpPr>
          <p:nvPr>
            <p:ph type="subTitle" idx="2"/>
          </p:nvPr>
        </p:nvSpPr>
        <p:spPr>
          <a:xfrm>
            <a:off x="1583300" y="3738649"/>
            <a:ext cx="2505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4" name="Google Shape;44;p5"/>
          <p:cNvSpPr txBox="1">
            <a:spLocks noGrp="1"/>
          </p:cNvSpPr>
          <p:nvPr>
            <p:ph type="subTitle" idx="3"/>
          </p:nvPr>
        </p:nvSpPr>
        <p:spPr>
          <a:xfrm>
            <a:off x="5055275" y="3242150"/>
            <a:ext cx="2505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5" name="Google Shape;45;p5"/>
          <p:cNvSpPr txBox="1">
            <a:spLocks noGrp="1"/>
          </p:cNvSpPr>
          <p:nvPr>
            <p:ph type="subTitle" idx="4"/>
          </p:nvPr>
        </p:nvSpPr>
        <p:spPr>
          <a:xfrm>
            <a:off x="1583075" y="3242150"/>
            <a:ext cx="2505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6" name="Google Shape;46;p5"/>
          <p:cNvSpPr/>
          <p:nvPr/>
        </p:nvSpPr>
        <p:spPr>
          <a:xfrm rot="5400000">
            <a:off x="2150850" y="-1761150"/>
            <a:ext cx="4842300" cy="8665800"/>
          </a:xfrm>
          <a:prstGeom prst="bracketPair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5"/>
          <p:cNvSpPr/>
          <p:nvPr/>
        </p:nvSpPr>
        <p:spPr>
          <a:xfrm rot="2256459" flipH="1">
            <a:off x="-1314778" y="2364914"/>
            <a:ext cx="2210833" cy="2142776"/>
          </a:xfrm>
          <a:custGeom>
            <a:avLst/>
            <a:gdLst/>
            <a:ahLst/>
            <a:cxnLst/>
            <a:rect l="l" t="t" r="r" b="b"/>
            <a:pathLst>
              <a:path w="34694" h="33626" extrusionOk="0">
                <a:moveTo>
                  <a:pt x="26961" y="0"/>
                </a:moveTo>
                <a:cubicBezTo>
                  <a:pt x="26141" y="0"/>
                  <a:pt x="25322" y="151"/>
                  <a:pt x="24556" y="464"/>
                </a:cubicBezTo>
                <a:cubicBezTo>
                  <a:pt x="21698" y="1610"/>
                  <a:pt x="20134" y="4617"/>
                  <a:pt x="17835" y="6683"/>
                </a:cubicBezTo>
                <a:cubicBezTo>
                  <a:pt x="14743" y="9484"/>
                  <a:pt x="10676" y="9541"/>
                  <a:pt x="7223" y="11514"/>
                </a:cubicBezTo>
                <a:cubicBezTo>
                  <a:pt x="4217" y="13226"/>
                  <a:pt x="1712" y="16000"/>
                  <a:pt x="680" y="19332"/>
                </a:cubicBezTo>
                <a:cubicBezTo>
                  <a:pt x="121" y="21065"/>
                  <a:pt x="0" y="23223"/>
                  <a:pt x="382" y="25281"/>
                </a:cubicBezTo>
                <a:cubicBezTo>
                  <a:pt x="800" y="27432"/>
                  <a:pt x="1769" y="29441"/>
                  <a:pt x="3361" y="30679"/>
                </a:cubicBezTo>
                <a:cubicBezTo>
                  <a:pt x="6075" y="32748"/>
                  <a:pt x="9754" y="33625"/>
                  <a:pt x="13212" y="33625"/>
                </a:cubicBezTo>
                <a:cubicBezTo>
                  <a:pt x="14035" y="33625"/>
                  <a:pt x="14846" y="33576"/>
                  <a:pt x="15628" y="33480"/>
                </a:cubicBezTo>
                <a:cubicBezTo>
                  <a:pt x="16066" y="33417"/>
                  <a:pt x="16512" y="33360"/>
                  <a:pt x="16922" y="33268"/>
                </a:cubicBezTo>
                <a:cubicBezTo>
                  <a:pt x="19455" y="32801"/>
                  <a:pt x="21931" y="31768"/>
                  <a:pt x="23763" y="29971"/>
                </a:cubicBezTo>
                <a:cubicBezTo>
                  <a:pt x="25765" y="27998"/>
                  <a:pt x="26798" y="25840"/>
                  <a:pt x="27767" y="23251"/>
                </a:cubicBezTo>
                <a:cubicBezTo>
                  <a:pt x="28892" y="20273"/>
                  <a:pt x="30774" y="17676"/>
                  <a:pt x="32217" y="14846"/>
                </a:cubicBezTo>
                <a:cubicBezTo>
                  <a:pt x="33667" y="12045"/>
                  <a:pt x="34693" y="8805"/>
                  <a:pt x="33929" y="5742"/>
                </a:cubicBezTo>
                <a:cubicBezTo>
                  <a:pt x="33427" y="3768"/>
                  <a:pt x="32160" y="1964"/>
                  <a:pt x="30420" y="938"/>
                </a:cubicBezTo>
                <a:cubicBezTo>
                  <a:pt x="29369" y="324"/>
                  <a:pt x="28163" y="0"/>
                  <a:pt x="2696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5"/>
          <p:cNvSpPr/>
          <p:nvPr/>
        </p:nvSpPr>
        <p:spPr>
          <a:xfrm>
            <a:off x="8462279" y="612607"/>
            <a:ext cx="1607998" cy="2011357"/>
          </a:xfrm>
          <a:custGeom>
            <a:avLst/>
            <a:gdLst/>
            <a:ahLst/>
            <a:cxnLst/>
            <a:rect l="l" t="t" r="r" b="b"/>
            <a:pathLst>
              <a:path w="7690" h="9619" extrusionOk="0">
                <a:moveTo>
                  <a:pt x="1814" y="0"/>
                </a:moveTo>
                <a:cubicBezTo>
                  <a:pt x="1314" y="0"/>
                  <a:pt x="835" y="161"/>
                  <a:pt x="503" y="527"/>
                </a:cubicBezTo>
                <a:cubicBezTo>
                  <a:pt x="114" y="938"/>
                  <a:pt x="1" y="1532"/>
                  <a:pt x="29" y="2063"/>
                </a:cubicBezTo>
                <a:cubicBezTo>
                  <a:pt x="57" y="2621"/>
                  <a:pt x="234" y="3152"/>
                  <a:pt x="383" y="3683"/>
                </a:cubicBezTo>
                <a:cubicBezTo>
                  <a:pt x="913" y="5777"/>
                  <a:pt x="149" y="9017"/>
                  <a:pt x="3064" y="9547"/>
                </a:cubicBezTo>
                <a:cubicBezTo>
                  <a:pt x="3307" y="9596"/>
                  <a:pt x="3542" y="9619"/>
                  <a:pt x="3768" y="9619"/>
                </a:cubicBezTo>
                <a:cubicBezTo>
                  <a:pt x="6281" y="9619"/>
                  <a:pt x="7690" y="6774"/>
                  <a:pt x="7365" y="4418"/>
                </a:cubicBezTo>
                <a:cubicBezTo>
                  <a:pt x="7252" y="3739"/>
                  <a:pt x="6983" y="3060"/>
                  <a:pt x="6573" y="2501"/>
                </a:cubicBezTo>
                <a:cubicBezTo>
                  <a:pt x="6276" y="2119"/>
                  <a:pt x="5922" y="1822"/>
                  <a:pt x="5512" y="1589"/>
                </a:cubicBezTo>
                <a:cubicBezTo>
                  <a:pt x="5129" y="1383"/>
                  <a:pt x="4684" y="1263"/>
                  <a:pt x="4274" y="1058"/>
                </a:cubicBezTo>
                <a:cubicBezTo>
                  <a:pt x="3863" y="825"/>
                  <a:pt x="3474" y="527"/>
                  <a:pt x="3064" y="322"/>
                </a:cubicBezTo>
                <a:cubicBezTo>
                  <a:pt x="2683" y="117"/>
                  <a:pt x="2240" y="0"/>
                  <a:pt x="1814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" name="Google Shape;49;p5"/>
          <p:cNvGrpSpPr/>
          <p:nvPr/>
        </p:nvGrpSpPr>
        <p:grpSpPr>
          <a:xfrm>
            <a:off x="245040" y="2658850"/>
            <a:ext cx="360758" cy="258297"/>
            <a:chOff x="4992850" y="4345375"/>
            <a:chExt cx="607336" cy="638400"/>
          </a:xfrm>
        </p:grpSpPr>
        <p:sp>
          <p:nvSpPr>
            <p:cNvPr id="50" name="Google Shape;50;p5"/>
            <p:cNvSpPr/>
            <p:nvPr/>
          </p:nvSpPr>
          <p:spPr>
            <a:xfrm>
              <a:off x="4992850" y="4345375"/>
              <a:ext cx="225900" cy="638400"/>
            </a:xfrm>
            <a:prstGeom prst="leftBrace">
              <a:avLst>
                <a:gd name="adj1" fmla="val 2174"/>
                <a:gd name="adj2" fmla="val 50000"/>
              </a:avLst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rot="10800000">
              <a:off x="5374286" y="4345375"/>
              <a:ext cx="225900" cy="638400"/>
            </a:xfrm>
            <a:prstGeom prst="leftBrace">
              <a:avLst>
                <a:gd name="adj1" fmla="val 2174"/>
                <a:gd name="adj2" fmla="val 50000"/>
              </a:avLst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" name="Google Shape;52;p5"/>
          <p:cNvSpPr/>
          <p:nvPr/>
        </p:nvSpPr>
        <p:spPr>
          <a:xfrm>
            <a:off x="8898775" y="1183225"/>
            <a:ext cx="215100" cy="258300"/>
          </a:xfrm>
          <a:prstGeom prst="bracketPair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3" name="Google Shape;53;p5"/>
          <p:cNvGrpSpPr/>
          <p:nvPr/>
        </p:nvGrpSpPr>
        <p:grpSpPr>
          <a:xfrm>
            <a:off x="175847" y="3903221"/>
            <a:ext cx="234196" cy="188409"/>
            <a:chOff x="5151797" y="479071"/>
            <a:chExt cx="234196" cy="188409"/>
          </a:xfrm>
        </p:grpSpPr>
        <p:sp>
          <p:nvSpPr>
            <p:cNvPr id="54" name="Google Shape;54;p5"/>
            <p:cNvSpPr/>
            <p:nvPr/>
          </p:nvSpPr>
          <p:spPr>
            <a:xfrm>
              <a:off x="5151797" y="479071"/>
              <a:ext cx="122220" cy="188409"/>
            </a:xfrm>
            <a:custGeom>
              <a:avLst/>
              <a:gdLst/>
              <a:ahLst/>
              <a:cxnLst/>
              <a:rect l="l" t="t" r="r" b="b"/>
              <a:pathLst>
                <a:path w="1444" h="2226" extrusionOk="0">
                  <a:moveTo>
                    <a:pt x="1234" y="0"/>
                  </a:moveTo>
                  <a:cubicBezTo>
                    <a:pt x="1175" y="0"/>
                    <a:pt x="1109" y="21"/>
                    <a:pt x="1062" y="68"/>
                  </a:cubicBezTo>
                  <a:lnTo>
                    <a:pt x="1" y="1165"/>
                  </a:lnTo>
                  <a:lnTo>
                    <a:pt x="1062" y="2162"/>
                  </a:lnTo>
                  <a:cubicBezTo>
                    <a:pt x="1118" y="2190"/>
                    <a:pt x="1175" y="2226"/>
                    <a:pt x="1203" y="2226"/>
                  </a:cubicBezTo>
                  <a:cubicBezTo>
                    <a:pt x="1267" y="2226"/>
                    <a:pt x="1324" y="2190"/>
                    <a:pt x="1380" y="2162"/>
                  </a:cubicBezTo>
                  <a:cubicBezTo>
                    <a:pt x="1444" y="2077"/>
                    <a:pt x="1444" y="1929"/>
                    <a:pt x="1352" y="1837"/>
                  </a:cubicBezTo>
                  <a:lnTo>
                    <a:pt x="616" y="1165"/>
                  </a:lnTo>
                  <a:lnTo>
                    <a:pt x="1380" y="365"/>
                  </a:lnTo>
                  <a:cubicBezTo>
                    <a:pt x="1444" y="280"/>
                    <a:pt x="1444" y="132"/>
                    <a:pt x="1352" y="40"/>
                  </a:cubicBezTo>
                  <a:cubicBezTo>
                    <a:pt x="1327" y="14"/>
                    <a:pt x="1282" y="0"/>
                    <a:pt x="123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5"/>
            <p:cNvSpPr/>
            <p:nvPr/>
          </p:nvSpPr>
          <p:spPr>
            <a:xfrm>
              <a:off x="5261402" y="479071"/>
              <a:ext cx="124590" cy="188409"/>
            </a:xfrm>
            <a:custGeom>
              <a:avLst/>
              <a:gdLst/>
              <a:ahLst/>
              <a:cxnLst/>
              <a:rect l="l" t="t" r="r" b="b"/>
              <a:pathLst>
                <a:path w="1472" h="2226" extrusionOk="0">
                  <a:moveTo>
                    <a:pt x="1240" y="0"/>
                  </a:moveTo>
                  <a:cubicBezTo>
                    <a:pt x="1174" y="0"/>
                    <a:pt x="1108" y="21"/>
                    <a:pt x="1062" y="68"/>
                  </a:cubicBezTo>
                  <a:lnTo>
                    <a:pt x="0" y="1165"/>
                  </a:lnTo>
                  <a:lnTo>
                    <a:pt x="1090" y="2162"/>
                  </a:lnTo>
                  <a:cubicBezTo>
                    <a:pt x="1118" y="2190"/>
                    <a:pt x="1182" y="2226"/>
                    <a:pt x="1210" y="2226"/>
                  </a:cubicBezTo>
                  <a:cubicBezTo>
                    <a:pt x="1267" y="2226"/>
                    <a:pt x="1323" y="2190"/>
                    <a:pt x="1387" y="2162"/>
                  </a:cubicBezTo>
                  <a:cubicBezTo>
                    <a:pt x="1472" y="2077"/>
                    <a:pt x="1444" y="1929"/>
                    <a:pt x="1359" y="1837"/>
                  </a:cubicBezTo>
                  <a:lnTo>
                    <a:pt x="616" y="1165"/>
                  </a:lnTo>
                  <a:lnTo>
                    <a:pt x="1387" y="365"/>
                  </a:lnTo>
                  <a:cubicBezTo>
                    <a:pt x="1472" y="280"/>
                    <a:pt x="1444" y="132"/>
                    <a:pt x="1387" y="40"/>
                  </a:cubicBezTo>
                  <a:cubicBezTo>
                    <a:pt x="1346" y="14"/>
                    <a:pt x="1293" y="0"/>
                    <a:pt x="124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" name="Google Shape;56;p5"/>
          <p:cNvGrpSpPr/>
          <p:nvPr/>
        </p:nvGrpSpPr>
        <p:grpSpPr>
          <a:xfrm>
            <a:off x="8729554" y="3525597"/>
            <a:ext cx="234788" cy="188409"/>
            <a:chOff x="6428979" y="917397"/>
            <a:chExt cx="234788" cy="188409"/>
          </a:xfrm>
        </p:grpSpPr>
        <p:sp>
          <p:nvSpPr>
            <p:cNvPr id="57" name="Google Shape;57;p5"/>
            <p:cNvSpPr/>
            <p:nvPr/>
          </p:nvSpPr>
          <p:spPr>
            <a:xfrm>
              <a:off x="6538500" y="917397"/>
              <a:ext cx="125267" cy="188409"/>
            </a:xfrm>
            <a:custGeom>
              <a:avLst/>
              <a:gdLst/>
              <a:ahLst/>
              <a:cxnLst/>
              <a:rect l="l" t="t" r="r" b="b"/>
              <a:pathLst>
                <a:path w="1480" h="2226" extrusionOk="0">
                  <a:moveTo>
                    <a:pt x="219" y="1"/>
                  </a:moveTo>
                  <a:cubicBezTo>
                    <a:pt x="174" y="1"/>
                    <a:pt x="130" y="15"/>
                    <a:pt x="93" y="39"/>
                  </a:cubicBezTo>
                  <a:cubicBezTo>
                    <a:pt x="1" y="131"/>
                    <a:pt x="1" y="280"/>
                    <a:pt x="93" y="365"/>
                  </a:cubicBezTo>
                  <a:lnTo>
                    <a:pt x="857" y="1136"/>
                  </a:lnTo>
                  <a:lnTo>
                    <a:pt x="93" y="1843"/>
                  </a:lnTo>
                  <a:cubicBezTo>
                    <a:pt x="1" y="1928"/>
                    <a:pt x="1" y="2077"/>
                    <a:pt x="93" y="2133"/>
                  </a:cubicBezTo>
                  <a:cubicBezTo>
                    <a:pt x="121" y="2197"/>
                    <a:pt x="178" y="2225"/>
                    <a:pt x="241" y="2225"/>
                  </a:cubicBezTo>
                  <a:cubicBezTo>
                    <a:pt x="298" y="2225"/>
                    <a:pt x="355" y="2197"/>
                    <a:pt x="383" y="2162"/>
                  </a:cubicBezTo>
                  <a:lnTo>
                    <a:pt x="1479" y="1164"/>
                  </a:lnTo>
                  <a:lnTo>
                    <a:pt x="383" y="75"/>
                  </a:lnTo>
                  <a:cubicBezTo>
                    <a:pt x="335" y="23"/>
                    <a:pt x="277" y="1"/>
                    <a:pt x="219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5"/>
            <p:cNvSpPr/>
            <p:nvPr/>
          </p:nvSpPr>
          <p:spPr>
            <a:xfrm>
              <a:off x="6428979" y="917397"/>
              <a:ext cx="122220" cy="188409"/>
            </a:xfrm>
            <a:custGeom>
              <a:avLst/>
              <a:gdLst/>
              <a:ahLst/>
              <a:cxnLst/>
              <a:rect l="l" t="t" r="r" b="b"/>
              <a:pathLst>
                <a:path w="1444" h="2226" extrusionOk="0">
                  <a:moveTo>
                    <a:pt x="218" y="1"/>
                  </a:moveTo>
                  <a:cubicBezTo>
                    <a:pt x="172" y="1"/>
                    <a:pt x="126" y="15"/>
                    <a:pt x="85" y="39"/>
                  </a:cubicBezTo>
                  <a:cubicBezTo>
                    <a:pt x="0" y="131"/>
                    <a:pt x="0" y="280"/>
                    <a:pt x="85" y="365"/>
                  </a:cubicBezTo>
                  <a:lnTo>
                    <a:pt x="856" y="1136"/>
                  </a:lnTo>
                  <a:lnTo>
                    <a:pt x="85" y="1843"/>
                  </a:lnTo>
                  <a:cubicBezTo>
                    <a:pt x="0" y="1928"/>
                    <a:pt x="0" y="2077"/>
                    <a:pt x="85" y="2133"/>
                  </a:cubicBezTo>
                  <a:cubicBezTo>
                    <a:pt x="121" y="2197"/>
                    <a:pt x="177" y="2225"/>
                    <a:pt x="234" y="2225"/>
                  </a:cubicBezTo>
                  <a:cubicBezTo>
                    <a:pt x="297" y="2225"/>
                    <a:pt x="326" y="2197"/>
                    <a:pt x="382" y="2162"/>
                  </a:cubicBezTo>
                  <a:lnTo>
                    <a:pt x="1444" y="1164"/>
                  </a:lnTo>
                  <a:lnTo>
                    <a:pt x="382" y="75"/>
                  </a:lnTo>
                  <a:cubicBezTo>
                    <a:pt x="335" y="23"/>
                    <a:pt x="276" y="1"/>
                    <a:pt x="21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6"/>
          <p:cNvSpPr/>
          <p:nvPr/>
        </p:nvSpPr>
        <p:spPr>
          <a:xfrm>
            <a:off x="-2362825" y="3936750"/>
            <a:ext cx="3228251" cy="2660759"/>
          </a:xfrm>
          <a:custGeom>
            <a:avLst/>
            <a:gdLst/>
            <a:ahLst/>
            <a:cxnLst/>
            <a:rect l="l" t="t" r="r" b="b"/>
            <a:pathLst>
              <a:path w="42568" h="35085" extrusionOk="0">
                <a:moveTo>
                  <a:pt x="28184" y="1"/>
                </a:moveTo>
                <a:cubicBezTo>
                  <a:pt x="27147" y="1"/>
                  <a:pt x="26108" y="74"/>
                  <a:pt x="25087" y="208"/>
                </a:cubicBezTo>
                <a:cubicBezTo>
                  <a:pt x="23049" y="477"/>
                  <a:pt x="21019" y="979"/>
                  <a:pt x="19130" y="1771"/>
                </a:cubicBezTo>
                <a:cubicBezTo>
                  <a:pt x="14857" y="3603"/>
                  <a:pt x="12530" y="8343"/>
                  <a:pt x="9049" y="11237"/>
                </a:cubicBezTo>
                <a:cubicBezTo>
                  <a:pt x="6750" y="13118"/>
                  <a:pt x="3920" y="13918"/>
                  <a:pt x="2357" y="16514"/>
                </a:cubicBezTo>
                <a:cubicBezTo>
                  <a:pt x="616" y="19344"/>
                  <a:pt x="1" y="22527"/>
                  <a:pt x="1182" y="25739"/>
                </a:cubicBezTo>
                <a:cubicBezTo>
                  <a:pt x="1239" y="25824"/>
                  <a:pt x="1267" y="25944"/>
                  <a:pt x="1296" y="26065"/>
                </a:cubicBezTo>
                <a:cubicBezTo>
                  <a:pt x="2654" y="29276"/>
                  <a:pt x="5484" y="31752"/>
                  <a:pt x="8695" y="33167"/>
                </a:cubicBezTo>
                <a:cubicBezTo>
                  <a:pt x="11999" y="34639"/>
                  <a:pt x="15685" y="35049"/>
                  <a:pt x="19279" y="35084"/>
                </a:cubicBezTo>
                <a:cubicBezTo>
                  <a:pt x="22519" y="35084"/>
                  <a:pt x="25822" y="34759"/>
                  <a:pt x="28624" y="33167"/>
                </a:cubicBezTo>
                <a:cubicBezTo>
                  <a:pt x="31807" y="31335"/>
                  <a:pt x="32097" y="28951"/>
                  <a:pt x="33307" y="25916"/>
                </a:cubicBezTo>
                <a:cubicBezTo>
                  <a:pt x="34340" y="23320"/>
                  <a:pt x="36936" y="21403"/>
                  <a:pt x="38641" y="19280"/>
                </a:cubicBezTo>
                <a:cubicBezTo>
                  <a:pt x="41032" y="16337"/>
                  <a:pt x="42567" y="12411"/>
                  <a:pt x="41683" y="8697"/>
                </a:cubicBezTo>
                <a:cubicBezTo>
                  <a:pt x="40884" y="5400"/>
                  <a:pt x="38231" y="2719"/>
                  <a:pt x="35104" y="1333"/>
                </a:cubicBezTo>
                <a:cubicBezTo>
                  <a:pt x="32933" y="387"/>
                  <a:pt x="30559" y="1"/>
                  <a:pt x="28184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1" name="Google Shape;61;p6"/>
          <p:cNvGrpSpPr/>
          <p:nvPr/>
        </p:nvGrpSpPr>
        <p:grpSpPr>
          <a:xfrm>
            <a:off x="196040" y="4345703"/>
            <a:ext cx="360758" cy="258297"/>
            <a:chOff x="4992850" y="4345375"/>
            <a:chExt cx="607336" cy="638400"/>
          </a:xfrm>
        </p:grpSpPr>
        <p:sp>
          <p:nvSpPr>
            <p:cNvPr id="62" name="Google Shape;62;p6"/>
            <p:cNvSpPr/>
            <p:nvPr/>
          </p:nvSpPr>
          <p:spPr>
            <a:xfrm>
              <a:off x="4992850" y="4345375"/>
              <a:ext cx="225900" cy="638400"/>
            </a:xfrm>
            <a:prstGeom prst="leftBrace">
              <a:avLst>
                <a:gd name="adj1" fmla="val 2174"/>
                <a:gd name="adj2" fmla="val 50000"/>
              </a:avLst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6"/>
            <p:cNvSpPr/>
            <p:nvPr/>
          </p:nvSpPr>
          <p:spPr>
            <a:xfrm rot="10800000">
              <a:off x="5374286" y="4345375"/>
              <a:ext cx="225900" cy="638400"/>
            </a:xfrm>
            <a:prstGeom prst="leftBrace">
              <a:avLst>
                <a:gd name="adj1" fmla="val 2174"/>
                <a:gd name="adj2" fmla="val 50000"/>
              </a:avLst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4" name="Google Shape;64;p6"/>
          <p:cNvSpPr/>
          <p:nvPr/>
        </p:nvSpPr>
        <p:spPr>
          <a:xfrm rot="5400000">
            <a:off x="2150850" y="-1761150"/>
            <a:ext cx="4842300" cy="8665800"/>
          </a:xfrm>
          <a:prstGeom prst="bracketPair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65;p6"/>
          <p:cNvSpPr/>
          <p:nvPr/>
        </p:nvSpPr>
        <p:spPr>
          <a:xfrm>
            <a:off x="8488179" y="523494"/>
            <a:ext cx="1017284" cy="955173"/>
          </a:xfrm>
          <a:custGeom>
            <a:avLst/>
            <a:gdLst/>
            <a:ahLst/>
            <a:cxnLst/>
            <a:rect l="l" t="t" r="r" b="b"/>
            <a:pathLst>
              <a:path w="13414" h="12595" extrusionOk="0">
                <a:moveTo>
                  <a:pt x="6393" y="1"/>
                </a:moveTo>
                <a:cubicBezTo>
                  <a:pt x="6010" y="1"/>
                  <a:pt x="5626" y="38"/>
                  <a:pt x="5242" y="124"/>
                </a:cubicBezTo>
                <a:cubicBezTo>
                  <a:pt x="2766" y="598"/>
                  <a:pt x="354" y="2515"/>
                  <a:pt x="177" y="5048"/>
                </a:cubicBezTo>
                <a:cubicBezTo>
                  <a:pt x="0" y="7821"/>
                  <a:pt x="3063" y="10064"/>
                  <a:pt x="5129" y="11330"/>
                </a:cubicBezTo>
                <a:cubicBezTo>
                  <a:pt x="6309" y="12076"/>
                  <a:pt x="7558" y="12595"/>
                  <a:pt x="8729" y="12595"/>
                </a:cubicBezTo>
                <a:cubicBezTo>
                  <a:pt x="9868" y="12595"/>
                  <a:pt x="10932" y="12105"/>
                  <a:pt x="11786" y="10856"/>
                </a:cubicBezTo>
                <a:cubicBezTo>
                  <a:pt x="13144" y="8854"/>
                  <a:pt x="13413" y="6137"/>
                  <a:pt x="12409" y="3959"/>
                </a:cubicBezTo>
                <a:cubicBezTo>
                  <a:pt x="11404" y="1751"/>
                  <a:pt x="9169" y="160"/>
                  <a:pt x="6749" y="11"/>
                </a:cubicBezTo>
                <a:cubicBezTo>
                  <a:pt x="6631" y="4"/>
                  <a:pt x="6512" y="1"/>
                  <a:pt x="6393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6"/>
          <p:cNvSpPr/>
          <p:nvPr/>
        </p:nvSpPr>
        <p:spPr>
          <a:xfrm>
            <a:off x="8687425" y="834875"/>
            <a:ext cx="289200" cy="258300"/>
          </a:xfrm>
          <a:prstGeom prst="bracePair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6"/>
          <p:cNvSpPr/>
          <p:nvPr/>
        </p:nvSpPr>
        <p:spPr>
          <a:xfrm>
            <a:off x="196050" y="2503050"/>
            <a:ext cx="215100" cy="258300"/>
          </a:xfrm>
          <a:prstGeom prst="bracketPair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10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7"/>
          <p:cNvSpPr txBox="1">
            <a:spLocks noGrp="1"/>
          </p:cNvSpPr>
          <p:nvPr>
            <p:ph type="subTitle" idx="1"/>
          </p:nvPr>
        </p:nvSpPr>
        <p:spPr>
          <a:xfrm>
            <a:off x="720000" y="1700300"/>
            <a:ext cx="3843900" cy="229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Nunito Light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72" name="Google Shape;72;p7"/>
          <p:cNvSpPr/>
          <p:nvPr/>
        </p:nvSpPr>
        <p:spPr>
          <a:xfrm rot="5400000">
            <a:off x="2150850" y="-1761150"/>
            <a:ext cx="4842300" cy="8665800"/>
          </a:xfrm>
          <a:prstGeom prst="bracketPair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7"/>
          <p:cNvSpPr/>
          <p:nvPr/>
        </p:nvSpPr>
        <p:spPr>
          <a:xfrm>
            <a:off x="5805300" y="4474850"/>
            <a:ext cx="215100" cy="258300"/>
          </a:xfrm>
          <a:prstGeom prst="bracketPair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7"/>
          <p:cNvSpPr/>
          <p:nvPr/>
        </p:nvSpPr>
        <p:spPr>
          <a:xfrm>
            <a:off x="239100" y="1183650"/>
            <a:ext cx="289200" cy="258300"/>
          </a:xfrm>
          <a:prstGeom prst="bracePair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8"/>
          <p:cNvSpPr txBox="1">
            <a:spLocks noGrp="1"/>
          </p:cNvSpPr>
          <p:nvPr>
            <p:ph type="title"/>
          </p:nvPr>
        </p:nvSpPr>
        <p:spPr>
          <a:xfrm>
            <a:off x="713225" y="1111925"/>
            <a:ext cx="4572900" cy="172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77" name="Google Shape;77;p8"/>
          <p:cNvSpPr/>
          <p:nvPr/>
        </p:nvSpPr>
        <p:spPr>
          <a:xfrm rot="5400000">
            <a:off x="2150850" y="-1761150"/>
            <a:ext cx="4842300" cy="8665800"/>
          </a:xfrm>
          <a:prstGeom prst="bracketPair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9"/>
          <p:cNvSpPr txBox="1">
            <a:spLocks noGrp="1"/>
          </p:cNvSpPr>
          <p:nvPr>
            <p:ph type="title"/>
          </p:nvPr>
        </p:nvSpPr>
        <p:spPr>
          <a:xfrm>
            <a:off x="4799175" y="1363000"/>
            <a:ext cx="3631800" cy="115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9"/>
          <p:cNvSpPr txBox="1">
            <a:spLocks noGrp="1"/>
          </p:cNvSpPr>
          <p:nvPr>
            <p:ph type="subTitle" idx="1"/>
          </p:nvPr>
        </p:nvSpPr>
        <p:spPr>
          <a:xfrm>
            <a:off x="4799175" y="2491420"/>
            <a:ext cx="3631800" cy="89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9"/>
          <p:cNvSpPr/>
          <p:nvPr/>
        </p:nvSpPr>
        <p:spPr>
          <a:xfrm rot="5400000">
            <a:off x="2150850" y="-1761150"/>
            <a:ext cx="4842300" cy="8665800"/>
          </a:xfrm>
          <a:prstGeom prst="bracketPair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9"/>
          <p:cNvSpPr/>
          <p:nvPr/>
        </p:nvSpPr>
        <p:spPr>
          <a:xfrm>
            <a:off x="8617000" y="2044525"/>
            <a:ext cx="215100" cy="258300"/>
          </a:xfrm>
          <a:prstGeom prst="bracketPair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9"/>
          <p:cNvSpPr/>
          <p:nvPr/>
        </p:nvSpPr>
        <p:spPr>
          <a:xfrm>
            <a:off x="998247" y="383746"/>
            <a:ext cx="122220" cy="188409"/>
          </a:xfrm>
          <a:custGeom>
            <a:avLst/>
            <a:gdLst/>
            <a:ahLst/>
            <a:cxnLst/>
            <a:rect l="l" t="t" r="r" b="b"/>
            <a:pathLst>
              <a:path w="1444" h="2226" extrusionOk="0">
                <a:moveTo>
                  <a:pt x="1234" y="0"/>
                </a:moveTo>
                <a:cubicBezTo>
                  <a:pt x="1175" y="0"/>
                  <a:pt x="1109" y="21"/>
                  <a:pt x="1062" y="68"/>
                </a:cubicBezTo>
                <a:lnTo>
                  <a:pt x="1" y="1165"/>
                </a:lnTo>
                <a:lnTo>
                  <a:pt x="1062" y="2162"/>
                </a:lnTo>
                <a:cubicBezTo>
                  <a:pt x="1118" y="2190"/>
                  <a:pt x="1175" y="2226"/>
                  <a:pt x="1203" y="2226"/>
                </a:cubicBezTo>
                <a:cubicBezTo>
                  <a:pt x="1267" y="2226"/>
                  <a:pt x="1324" y="2190"/>
                  <a:pt x="1380" y="2162"/>
                </a:cubicBezTo>
                <a:cubicBezTo>
                  <a:pt x="1444" y="2077"/>
                  <a:pt x="1444" y="1929"/>
                  <a:pt x="1352" y="1837"/>
                </a:cubicBezTo>
                <a:lnTo>
                  <a:pt x="616" y="1165"/>
                </a:lnTo>
                <a:lnTo>
                  <a:pt x="1380" y="365"/>
                </a:lnTo>
                <a:cubicBezTo>
                  <a:pt x="1444" y="280"/>
                  <a:pt x="1444" y="132"/>
                  <a:pt x="1352" y="40"/>
                </a:cubicBezTo>
                <a:cubicBezTo>
                  <a:pt x="1327" y="14"/>
                  <a:pt x="1282" y="0"/>
                  <a:pt x="1234" y="0"/>
                </a:cubicBezTo>
                <a:close/>
              </a:path>
            </a:pathLst>
          </a:custGeom>
          <a:solidFill>
            <a:schemeClr val="lt1"/>
          </a:solidFill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p9"/>
          <p:cNvSpPr/>
          <p:nvPr/>
        </p:nvSpPr>
        <p:spPr>
          <a:xfrm>
            <a:off x="1107852" y="383746"/>
            <a:ext cx="124590" cy="188409"/>
          </a:xfrm>
          <a:custGeom>
            <a:avLst/>
            <a:gdLst/>
            <a:ahLst/>
            <a:cxnLst/>
            <a:rect l="l" t="t" r="r" b="b"/>
            <a:pathLst>
              <a:path w="1472" h="2226" extrusionOk="0">
                <a:moveTo>
                  <a:pt x="1240" y="0"/>
                </a:moveTo>
                <a:cubicBezTo>
                  <a:pt x="1174" y="0"/>
                  <a:pt x="1108" y="21"/>
                  <a:pt x="1062" y="68"/>
                </a:cubicBezTo>
                <a:lnTo>
                  <a:pt x="0" y="1165"/>
                </a:lnTo>
                <a:lnTo>
                  <a:pt x="1090" y="2162"/>
                </a:lnTo>
                <a:cubicBezTo>
                  <a:pt x="1118" y="2190"/>
                  <a:pt x="1182" y="2226"/>
                  <a:pt x="1210" y="2226"/>
                </a:cubicBezTo>
                <a:cubicBezTo>
                  <a:pt x="1267" y="2226"/>
                  <a:pt x="1323" y="2190"/>
                  <a:pt x="1387" y="2162"/>
                </a:cubicBezTo>
                <a:cubicBezTo>
                  <a:pt x="1472" y="2077"/>
                  <a:pt x="1444" y="1929"/>
                  <a:pt x="1359" y="1837"/>
                </a:cubicBezTo>
                <a:lnTo>
                  <a:pt x="616" y="1165"/>
                </a:lnTo>
                <a:lnTo>
                  <a:pt x="1387" y="365"/>
                </a:lnTo>
                <a:cubicBezTo>
                  <a:pt x="1472" y="280"/>
                  <a:pt x="1444" y="132"/>
                  <a:pt x="1387" y="40"/>
                </a:cubicBezTo>
                <a:cubicBezTo>
                  <a:pt x="1346" y="14"/>
                  <a:pt x="1293" y="0"/>
                  <a:pt x="1240" y="0"/>
                </a:cubicBezTo>
                <a:close/>
              </a:path>
            </a:pathLst>
          </a:custGeom>
          <a:solidFill>
            <a:schemeClr val="lt1"/>
          </a:solidFill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87" name="Google Shape;87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1"/>
          <p:cNvSpPr txBox="1">
            <a:spLocks noGrp="1"/>
          </p:cNvSpPr>
          <p:nvPr>
            <p:ph type="title" hasCustomPrompt="1"/>
          </p:nvPr>
        </p:nvSpPr>
        <p:spPr>
          <a:xfrm>
            <a:off x="713225" y="966275"/>
            <a:ext cx="4976700" cy="1349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600"/>
              <a:buNone/>
              <a:defRPr sz="72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90" name="Google Shape;90;p11"/>
          <p:cNvSpPr txBox="1">
            <a:spLocks noGrp="1"/>
          </p:cNvSpPr>
          <p:nvPr>
            <p:ph type="subTitle" idx="1"/>
          </p:nvPr>
        </p:nvSpPr>
        <p:spPr>
          <a:xfrm>
            <a:off x="713225" y="2284468"/>
            <a:ext cx="4976700" cy="39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91" name="Google Shape;91;p11"/>
          <p:cNvSpPr/>
          <p:nvPr/>
        </p:nvSpPr>
        <p:spPr>
          <a:xfrm rot="5400000">
            <a:off x="2150850" y="-1761150"/>
            <a:ext cx="4842300" cy="8665800"/>
          </a:xfrm>
          <a:prstGeom prst="bracketPair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1"/>
          <p:cNvSpPr/>
          <p:nvPr/>
        </p:nvSpPr>
        <p:spPr>
          <a:xfrm>
            <a:off x="8512650" y="1005600"/>
            <a:ext cx="215100" cy="258300"/>
          </a:xfrm>
          <a:prstGeom prst="bracketPair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/>
          <p:nvPr/>
        </p:nvSpPr>
        <p:spPr>
          <a:xfrm rot="-5400000">
            <a:off x="7973900" y="246170"/>
            <a:ext cx="2496096" cy="1582356"/>
          </a:xfrm>
          <a:custGeom>
            <a:avLst/>
            <a:gdLst/>
            <a:ahLst/>
            <a:cxnLst/>
            <a:rect l="l" t="t" r="r" b="b"/>
            <a:pathLst>
              <a:path w="47371" h="30030" extrusionOk="0">
                <a:moveTo>
                  <a:pt x="30713" y="1"/>
                </a:moveTo>
                <a:cubicBezTo>
                  <a:pt x="29748" y="1"/>
                  <a:pt x="28782" y="127"/>
                  <a:pt x="27824" y="424"/>
                </a:cubicBezTo>
                <a:cubicBezTo>
                  <a:pt x="26233" y="898"/>
                  <a:pt x="24733" y="1605"/>
                  <a:pt x="23077" y="1931"/>
                </a:cubicBezTo>
                <a:cubicBezTo>
                  <a:pt x="22133" y="2112"/>
                  <a:pt x="21172" y="2158"/>
                  <a:pt x="20205" y="2158"/>
                </a:cubicBezTo>
                <a:cubicBezTo>
                  <a:pt x="19185" y="2158"/>
                  <a:pt x="18159" y="2106"/>
                  <a:pt x="17142" y="2106"/>
                </a:cubicBezTo>
                <a:cubicBezTo>
                  <a:pt x="15844" y="2106"/>
                  <a:pt x="14560" y="2191"/>
                  <a:pt x="13322" y="2574"/>
                </a:cubicBezTo>
                <a:cubicBezTo>
                  <a:pt x="11079" y="3282"/>
                  <a:pt x="9198" y="4966"/>
                  <a:pt x="8250" y="7088"/>
                </a:cubicBezTo>
                <a:cubicBezTo>
                  <a:pt x="7514" y="8708"/>
                  <a:pt x="7337" y="10505"/>
                  <a:pt x="6453" y="12012"/>
                </a:cubicBezTo>
                <a:cubicBezTo>
                  <a:pt x="5158" y="14247"/>
                  <a:pt x="2590" y="15513"/>
                  <a:pt x="1296" y="17756"/>
                </a:cubicBezTo>
                <a:cubicBezTo>
                  <a:pt x="1" y="20055"/>
                  <a:pt x="355" y="23062"/>
                  <a:pt x="1798" y="25304"/>
                </a:cubicBezTo>
                <a:cubicBezTo>
                  <a:pt x="1883" y="25389"/>
                  <a:pt x="1946" y="25509"/>
                  <a:pt x="2031" y="25630"/>
                </a:cubicBezTo>
                <a:cubicBezTo>
                  <a:pt x="3687" y="27865"/>
                  <a:pt x="6340" y="29195"/>
                  <a:pt x="9077" y="29726"/>
                </a:cubicBezTo>
                <a:cubicBezTo>
                  <a:pt x="10189" y="29941"/>
                  <a:pt x="11314" y="30029"/>
                  <a:pt x="12442" y="30029"/>
                </a:cubicBezTo>
                <a:cubicBezTo>
                  <a:pt x="14099" y="30029"/>
                  <a:pt x="15761" y="29838"/>
                  <a:pt x="17390" y="29577"/>
                </a:cubicBezTo>
                <a:cubicBezTo>
                  <a:pt x="18897" y="29344"/>
                  <a:pt x="20425" y="29047"/>
                  <a:pt x="21960" y="29018"/>
                </a:cubicBezTo>
                <a:cubicBezTo>
                  <a:pt x="22130" y="29012"/>
                  <a:pt x="22300" y="29010"/>
                  <a:pt x="22470" y="29010"/>
                </a:cubicBezTo>
                <a:cubicBezTo>
                  <a:pt x="24892" y="29010"/>
                  <a:pt x="27287" y="29585"/>
                  <a:pt x="29713" y="29698"/>
                </a:cubicBezTo>
                <a:cubicBezTo>
                  <a:pt x="29922" y="29707"/>
                  <a:pt x="30132" y="29711"/>
                  <a:pt x="30343" y="29711"/>
                </a:cubicBezTo>
                <a:cubicBezTo>
                  <a:pt x="32751" y="29711"/>
                  <a:pt x="35268" y="29093"/>
                  <a:pt x="36816" y="27278"/>
                </a:cubicBezTo>
                <a:cubicBezTo>
                  <a:pt x="37672" y="26274"/>
                  <a:pt x="38139" y="25007"/>
                  <a:pt x="39143" y="24123"/>
                </a:cubicBezTo>
                <a:cubicBezTo>
                  <a:pt x="40120" y="23295"/>
                  <a:pt x="41414" y="22977"/>
                  <a:pt x="42560" y="22383"/>
                </a:cubicBezTo>
                <a:cubicBezTo>
                  <a:pt x="44859" y="21173"/>
                  <a:pt x="46366" y="18789"/>
                  <a:pt x="46869" y="16256"/>
                </a:cubicBezTo>
                <a:cubicBezTo>
                  <a:pt x="47371" y="13717"/>
                  <a:pt x="46925" y="11064"/>
                  <a:pt x="45984" y="8651"/>
                </a:cubicBezTo>
                <a:cubicBezTo>
                  <a:pt x="44541" y="4966"/>
                  <a:pt x="40735" y="2751"/>
                  <a:pt x="37141" y="1428"/>
                </a:cubicBezTo>
                <a:cubicBezTo>
                  <a:pt x="35075" y="648"/>
                  <a:pt x="32897" y="1"/>
                  <a:pt x="30713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Google Shape;96;p13"/>
          <p:cNvSpPr/>
          <p:nvPr/>
        </p:nvSpPr>
        <p:spPr>
          <a:xfrm>
            <a:off x="8567075" y="802150"/>
            <a:ext cx="289200" cy="258300"/>
          </a:xfrm>
          <a:prstGeom prst="bracePair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13"/>
          <p:cNvSpPr/>
          <p:nvPr/>
        </p:nvSpPr>
        <p:spPr>
          <a:xfrm>
            <a:off x="8781950" y="1400425"/>
            <a:ext cx="215100" cy="258300"/>
          </a:xfrm>
          <a:prstGeom prst="bracketPair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8" name="Google Shape;98;p13"/>
          <p:cNvGrpSpPr/>
          <p:nvPr/>
        </p:nvGrpSpPr>
        <p:grpSpPr>
          <a:xfrm>
            <a:off x="8670104" y="4402872"/>
            <a:ext cx="234788" cy="188409"/>
            <a:chOff x="4424582" y="1819850"/>
            <a:chExt cx="98427" cy="78984"/>
          </a:xfrm>
        </p:grpSpPr>
        <p:sp>
          <p:nvSpPr>
            <p:cNvPr id="99" name="Google Shape;99;p13"/>
            <p:cNvSpPr/>
            <p:nvPr/>
          </p:nvSpPr>
          <p:spPr>
            <a:xfrm>
              <a:off x="4470495" y="1819850"/>
              <a:ext cx="52514" cy="78984"/>
            </a:xfrm>
            <a:custGeom>
              <a:avLst/>
              <a:gdLst/>
              <a:ahLst/>
              <a:cxnLst/>
              <a:rect l="l" t="t" r="r" b="b"/>
              <a:pathLst>
                <a:path w="1480" h="2226" extrusionOk="0">
                  <a:moveTo>
                    <a:pt x="219" y="1"/>
                  </a:moveTo>
                  <a:cubicBezTo>
                    <a:pt x="174" y="1"/>
                    <a:pt x="130" y="15"/>
                    <a:pt x="93" y="39"/>
                  </a:cubicBezTo>
                  <a:cubicBezTo>
                    <a:pt x="1" y="131"/>
                    <a:pt x="1" y="280"/>
                    <a:pt x="93" y="365"/>
                  </a:cubicBezTo>
                  <a:lnTo>
                    <a:pt x="857" y="1136"/>
                  </a:lnTo>
                  <a:lnTo>
                    <a:pt x="93" y="1843"/>
                  </a:lnTo>
                  <a:cubicBezTo>
                    <a:pt x="1" y="1928"/>
                    <a:pt x="1" y="2077"/>
                    <a:pt x="93" y="2133"/>
                  </a:cubicBezTo>
                  <a:cubicBezTo>
                    <a:pt x="121" y="2197"/>
                    <a:pt x="178" y="2225"/>
                    <a:pt x="241" y="2225"/>
                  </a:cubicBezTo>
                  <a:cubicBezTo>
                    <a:pt x="298" y="2225"/>
                    <a:pt x="355" y="2197"/>
                    <a:pt x="383" y="2162"/>
                  </a:cubicBezTo>
                  <a:lnTo>
                    <a:pt x="1479" y="1164"/>
                  </a:lnTo>
                  <a:lnTo>
                    <a:pt x="383" y="75"/>
                  </a:lnTo>
                  <a:cubicBezTo>
                    <a:pt x="335" y="23"/>
                    <a:pt x="277" y="1"/>
                    <a:pt x="219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100;p13"/>
            <p:cNvSpPr/>
            <p:nvPr/>
          </p:nvSpPr>
          <p:spPr>
            <a:xfrm>
              <a:off x="4424582" y="1819850"/>
              <a:ext cx="51237" cy="78984"/>
            </a:xfrm>
            <a:custGeom>
              <a:avLst/>
              <a:gdLst/>
              <a:ahLst/>
              <a:cxnLst/>
              <a:rect l="l" t="t" r="r" b="b"/>
              <a:pathLst>
                <a:path w="1444" h="2226" extrusionOk="0">
                  <a:moveTo>
                    <a:pt x="218" y="1"/>
                  </a:moveTo>
                  <a:cubicBezTo>
                    <a:pt x="172" y="1"/>
                    <a:pt x="126" y="15"/>
                    <a:pt x="85" y="39"/>
                  </a:cubicBezTo>
                  <a:cubicBezTo>
                    <a:pt x="0" y="131"/>
                    <a:pt x="0" y="280"/>
                    <a:pt x="85" y="365"/>
                  </a:cubicBezTo>
                  <a:lnTo>
                    <a:pt x="856" y="1136"/>
                  </a:lnTo>
                  <a:lnTo>
                    <a:pt x="85" y="1843"/>
                  </a:lnTo>
                  <a:cubicBezTo>
                    <a:pt x="0" y="1928"/>
                    <a:pt x="0" y="2077"/>
                    <a:pt x="85" y="2133"/>
                  </a:cubicBezTo>
                  <a:cubicBezTo>
                    <a:pt x="121" y="2197"/>
                    <a:pt x="177" y="2225"/>
                    <a:pt x="234" y="2225"/>
                  </a:cubicBezTo>
                  <a:cubicBezTo>
                    <a:pt x="297" y="2225"/>
                    <a:pt x="326" y="2197"/>
                    <a:pt x="382" y="2162"/>
                  </a:cubicBezTo>
                  <a:lnTo>
                    <a:pt x="1444" y="1164"/>
                  </a:lnTo>
                  <a:lnTo>
                    <a:pt x="382" y="75"/>
                  </a:lnTo>
                  <a:cubicBezTo>
                    <a:pt x="335" y="23"/>
                    <a:pt x="276" y="1"/>
                    <a:pt x="218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1" name="Google Shape;101;p13"/>
          <p:cNvSpPr/>
          <p:nvPr/>
        </p:nvSpPr>
        <p:spPr>
          <a:xfrm rot="5400000">
            <a:off x="2150850" y="-1761150"/>
            <a:ext cx="4842300" cy="8665800"/>
          </a:xfrm>
          <a:prstGeom prst="bracketPair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3"/>
          <p:cNvSpPr/>
          <p:nvPr/>
        </p:nvSpPr>
        <p:spPr>
          <a:xfrm rot="-6789333">
            <a:off x="-1733103" y="1956216"/>
            <a:ext cx="2259312" cy="2189763"/>
          </a:xfrm>
          <a:custGeom>
            <a:avLst/>
            <a:gdLst/>
            <a:ahLst/>
            <a:cxnLst/>
            <a:rect l="l" t="t" r="r" b="b"/>
            <a:pathLst>
              <a:path w="34694" h="33626" extrusionOk="0">
                <a:moveTo>
                  <a:pt x="26961" y="0"/>
                </a:moveTo>
                <a:cubicBezTo>
                  <a:pt x="26141" y="0"/>
                  <a:pt x="25322" y="151"/>
                  <a:pt x="24556" y="464"/>
                </a:cubicBezTo>
                <a:cubicBezTo>
                  <a:pt x="21698" y="1610"/>
                  <a:pt x="20134" y="4617"/>
                  <a:pt x="17835" y="6683"/>
                </a:cubicBezTo>
                <a:cubicBezTo>
                  <a:pt x="14743" y="9484"/>
                  <a:pt x="10676" y="9541"/>
                  <a:pt x="7223" y="11514"/>
                </a:cubicBezTo>
                <a:cubicBezTo>
                  <a:pt x="4217" y="13226"/>
                  <a:pt x="1712" y="16000"/>
                  <a:pt x="680" y="19332"/>
                </a:cubicBezTo>
                <a:cubicBezTo>
                  <a:pt x="121" y="21065"/>
                  <a:pt x="0" y="23223"/>
                  <a:pt x="382" y="25281"/>
                </a:cubicBezTo>
                <a:cubicBezTo>
                  <a:pt x="800" y="27432"/>
                  <a:pt x="1769" y="29441"/>
                  <a:pt x="3361" y="30679"/>
                </a:cubicBezTo>
                <a:cubicBezTo>
                  <a:pt x="6075" y="32748"/>
                  <a:pt x="9754" y="33625"/>
                  <a:pt x="13212" y="33625"/>
                </a:cubicBezTo>
                <a:cubicBezTo>
                  <a:pt x="14035" y="33625"/>
                  <a:pt x="14846" y="33576"/>
                  <a:pt x="15628" y="33480"/>
                </a:cubicBezTo>
                <a:cubicBezTo>
                  <a:pt x="16066" y="33417"/>
                  <a:pt x="16512" y="33360"/>
                  <a:pt x="16922" y="33268"/>
                </a:cubicBezTo>
                <a:cubicBezTo>
                  <a:pt x="19455" y="32801"/>
                  <a:pt x="21931" y="31768"/>
                  <a:pt x="23763" y="29971"/>
                </a:cubicBezTo>
                <a:cubicBezTo>
                  <a:pt x="25765" y="27998"/>
                  <a:pt x="26798" y="25840"/>
                  <a:pt x="27767" y="23251"/>
                </a:cubicBezTo>
                <a:cubicBezTo>
                  <a:pt x="28892" y="20273"/>
                  <a:pt x="30774" y="17676"/>
                  <a:pt x="32217" y="14846"/>
                </a:cubicBezTo>
                <a:cubicBezTo>
                  <a:pt x="33667" y="12045"/>
                  <a:pt x="34693" y="8805"/>
                  <a:pt x="33929" y="5742"/>
                </a:cubicBezTo>
                <a:cubicBezTo>
                  <a:pt x="33427" y="3768"/>
                  <a:pt x="32160" y="1964"/>
                  <a:pt x="30420" y="938"/>
                </a:cubicBezTo>
                <a:cubicBezTo>
                  <a:pt x="29369" y="324"/>
                  <a:pt x="28163" y="0"/>
                  <a:pt x="2696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3" name="Google Shape;103;p13"/>
          <p:cNvGrpSpPr/>
          <p:nvPr/>
        </p:nvGrpSpPr>
        <p:grpSpPr>
          <a:xfrm rot="10800000">
            <a:off x="190746" y="3262197"/>
            <a:ext cx="234788" cy="188409"/>
            <a:chOff x="4424582" y="1819850"/>
            <a:chExt cx="98427" cy="78984"/>
          </a:xfrm>
        </p:grpSpPr>
        <p:sp>
          <p:nvSpPr>
            <p:cNvPr id="104" name="Google Shape;104;p13"/>
            <p:cNvSpPr/>
            <p:nvPr/>
          </p:nvSpPr>
          <p:spPr>
            <a:xfrm>
              <a:off x="4470495" y="1819850"/>
              <a:ext cx="52514" cy="78984"/>
            </a:xfrm>
            <a:custGeom>
              <a:avLst/>
              <a:gdLst/>
              <a:ahLst/>
              <a:cxnLst/>
              <a:rect l="l" t="t" r="r" b="b"/>
              <a:pathLst>
                <a:path w="1480" h="2226" extrusionOk="0">
                  <a:moveTo>
                    <a:pt x="219" y="1"/>
                  </a:moveTo>
                  <a:cubicBezTo>
                    <a:pt x="174" y="1"/>
                    <a:pt x="130" y="15"/>
                    <a:pt x="93" y="39"/>
                  </a:cubicBezTo>
                  <a:cubicBezTo>
                    <a:pt x="1" y="131"/>
                    <a:pt x="1" y="280"/>
                    <a:pt x="93" y="365"/>
                  </a:cubicBezTo>
                  <a:lnTo>
                    <a:pt x="857" y="1136"/>
                  </a:lnTo>
                  <a:lnTo>
                    <a:pt x="93" y="1843"/>
                  </a:lnTo>
                  <a:cubicBezTo>
                    <a:pt x="1" y="1928"/>
                    <a:pt x="1" y="2077"/>
                    <a:pt x="93" y="2133"/>
                  </a:cubicBezTo>
                  <a:cubicBezTo>
                    <a:pt x="121" y="2197"/>
                    <a:pt x="178" y="2225"/>
                    <a:pt x="241" y="2225"/>
                  </a:cubicBezTo>
                  <a:cubicBezTo>
                    <a:pt x="298" y="2225"/>
                    <a:pt x="355" y="2197"/>
                    <a:pt x="383" y="2162"/>
                  </a:cubicBezTo>
                  <a:lnTo>
                    <a:pt x="1479" y="1164"/>
                  </a:lnTo>
                  <a:lnTo>
                    <a:pt x="383" y="75"/>
                  </a:lnTo>
                  <a:cubicBezTo>
                    <a:pt x="335" y="23"/>
                    <a:pt x="277" y="1"/>
                    <a:pt x="219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13"/>
            <p:cNvSpPr/>
            <p:nvPr/>
          </p:nvSpPr>
          <p:spPr>
            <a:xfrm>
              <a:off x="4424582" y="1819850"/>
              <a:ext cx="51237" cy="78984"/>
            </a:xfrm>
            <a:custGeom>
              <a:avLst/>
              <a:gdLst/>
              <a:ahLst/>
              <a:cxnLst/>
              <a:rect l="l" t="t" r="r" b="b"/>
              <a:pathLst>
                <a:path w="1444" h="2226" extrusionOk="0">
                  <a:moveTo>
                    <a:pt x="218" y="1"/>
                  </a:moveTo>
                  <a:cubicBezTo>
                    <a:pt x="172" y="1"/>
                    <a:pt x="126" y="15"/>
                    <a:pt x="85" y="39"/>
                  </a:cubicBezTo>
                  <a:cubicBezTo>
                    <a:pt x="0" y="131"/>
                    <a:pt x="0" y="280"/>
                    <a:pt x="85" y="365"/>
                  </a:cubicBezTo>
                  <a:lnTo>
                    <a:pt x="856" y="1136"/>
                  </a:lnTo>
                  <a:lnTo>
                    <a:pt x="85" y="1843"/>
                  </a:lnTo>
                  <a:cubicBezTo>
                    <a:pt x="0" y="1928"/>
                    <a:pt x="0" y="2077"/>
                    <a:pt x="85" y="2133"/>
                  </a:cubicBezTo>
                  <a:cubicBezTo>
                    <a:pt x="121" y="2197"/>
                    <a:pt x="177" y="2225"/>
                    <a:pt x="234" y="2225"/>
                  </a:cubicBezTo>
                  <a:cubicBezTo>
                    <a:pt x="297" y="2225"/>
                    <a:pt x="326" y="2197"/>
                    <a:pt x="382" y="2162"/>
                  </a:cubicBezTo>
                  <a:lnTo>
                    <a:pt x="1444" y="1164"/>
                  </a:lnTo>
                  <a:lnTo>
                    <a:pt x="382" y="75"/>
                  </a:lnTo>
                  <a:cubicBezTo>
                    <a:pt x="335" y="23"/>
                    <a:pt x="276" y="1"/>
                    <a:pt x="21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6" name="Google Shape;106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13"/>
          <p:cNvSpPr txBox="1">
            <a:spLocks noGrp="1"/>
          </p:cNvSpPr>
          <p:nvPr>
            <p:ph type="subTitle" idx="1"/>
          </p:nvPr>
        </p:nvSpPr>
        <p:spPr>
          <a:xfrm>
            <a:off x="1121725" y="2301147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3"/>
          <p:cNvSpPr txBox="1">
            <a:spLocks noGrp="1"/>
          </p:cNvSpPr>
          <p:nvPr>
            <p:ph type="subTitle" idx="2"/>
          </p:nvPr>
        </p:nvSpPr>
        <p:spPr>
          <a:xfrm>
            <a:off x="3820996" y="2301147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13"/>
          <p:cNvSpPr txBox="1">
            <a:spLocks noGrp="1"/>
          </p:cNvSpPr>
          <p:nvPr>
            <p:ph type="subTitle" idx="3"/>
          </p:nvPr>
        </p:nvSpPr>
        <p:spPr>
          <a:xfrm>
            <a:off x="1121725" y="4034328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13"/>
          <p:cNvSpPr txBox="1">
            <a:spLocks noGrp="1"/>
          </p:cNvSpPr>
          <p:nvPr>
            <p:ph type="subTitle" idx="4"/>
          </p:nvPr>
        </p:nvSpPr>
        <p:spPr>
          <a:xfrm>
            <a:off x="3820996" y="4034328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13"/>
          <p:cNvSpPr txBox="1">
            <a:spLocks noGrp="1"/>
          </p:cNvSpPr>
          <p:nvPr>
            <p:ph type="title" idx="5" hasCustomPrompt="1"/>
          </p:nvPr>
        </p:nvSpPr>
        <p:spPr>
          <a:xfrm>
            <a:off x="1121725" y="1238726"/>
            <a:ext cx="734700" cy="540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12" name="Google Shape;112;p13"/>
          <p:cNvSpPr txBox="1">
            <a:spLocks noGrp="1"/>
          </p:cNvSpPr>
          <p:nvPr>
            <p:ph type="title" idx="6" hasCustomPrompt="1"/>
          </p:nvPr>
        </p:nvSpPr>
        <p:spPr>
          <a:xfrm>
            <a:off x="1121725" y="2971389"/>
            <a:ext cx="734700" cy="540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13" name="Google Shape;113;p13"/>
          <p:cNvSpPr txBox="1">
            <a:spLocks noGrp="1"/>
          </p:cNvSpPr>
          <p:nvPr>
            <p:ph type="title" idx="7" hasCustomPrompt="1"/>
          </p:nvPr>
        </p:nvSpPr>
        <p:spPr>
          <a:xfrm>
            <a:off x="3820996" y="1238726"/>
            <a:ext cx="734700" cy="540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14" name="Google Shape;114;p13"/>
          <p:cNvSpPr txBox="1">
            <a:spLocks noGrp="1"/>
          </p:cNvSpPr>
          <p:nvPr>
            <p:ph type="title" idx="8" hasCustomPrompt="1"/>
          </p:nvPr>
        </p:nvSpPr>
        <p:spPr>
          <a:xfrm>
            <a:off x="3820996" y="2971389"/>
            <a:ext cx="734700" cy="540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15" name="Google Shape;115;p13"/>
          <p:cNvSpPr txBox="1">
            <a:spLocks noGrp="1"/>
          </p:cNvSpPr>
          <p:nvPr>
            <p:ph type="subTitle" idx="9"/>
          </p:nvPr>
        </p:nvSpPr>
        <p:spPr>
          <a:xfrm>
            <a:off x="1121725" y="1887187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6" name="Google Shape;116;p13"/>
          <p:cNvSpPr txBox="1">
            <a:spLocks noGrp="1"/>
          </p:cNvSpPr>
          <p:nvPr>
            <p:ph type="subTitle" idx="13"/>
          </p:nvPr>
        </p:nvSpPr>
        <p:spPr>
          <a:xfrm>
            <a:off x="3820996" y="1887187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7" name="Google Shape;117;p13"/>
          <p:cNvSpPr txBox="1">
            <a:spLocks noGrp="1"/>
          </p:cNvSpPr>
          <p:nvPr>
            <p:ph type="subTitle" idx="14"/>
          </p:nvPr>
        </p:nvSpPr>
        <p:spPr>
          <a:xfrm>
            <a:off x="1121725" y="3619850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8" name="Google Shape;118;p13"/>
          <p:cNvSpPr txBox="1">
            <a:spLocks noGrp="1"/>
          </p:cNvSpPr>
          <p:nvPr>
            <p:ph type="subTitle" idx="15"/>
          </p:nvPr>
        </p:nvSpPr>
        <p:spPr>
          <a:xfrm>
            <a:off x="3820996" y="3619850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BLANK_1_1"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4"/>
          <p:cNvSpPr txBox="1">
            <a:spLocks noGrp="1"/>
          </p:cNvSpPr>
          <p:nvPr>
            <p:ph type="title"/>
          </p:nvPr>
        </p:nvSpPr>
        <p:spPr>
          <a:xfrm>
            <a:off x="713244" y="3705670"/>
            <a:ext cx="4059000" cy="52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21" name="Google Shape;121;p14"/>
          <p:cNvSpPr txBox="1">
            <a:spLocks noGrp="1"/>
          </p:cNvSpPr>
          <p:nvPr>
            <p:ph type="subTitle" idx="1"/>
          </p:nvPr>
        </p:nvSpPr>
        <p:spPr>
          <a:xfrm>
            <a:off x="713225" y="893100"/>
            <a:ext cx="4059000" cy="283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22" name="Google Shape;122;p14"/>
          <p:cNvSpPr/>
          <p:nvPr/>
        </p:nvSpPr>
        <p:spPr>
          <a:xfrm rot="5400000">
            <a:off x="2150850" y="-1761150"/>
            <a:ext cx="4842300" cy="8665800"/>
          </a:xfrm>
          <a:prstGeom prst="bracketPair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14"/>
          <p:cNvSpPr/>
          <p:nvPr/>
        </p:nvSpPr>
        <p:spPr>
          <a:xfrm>
            <a:off x="304800" y="4144750"/>
            <a:ext cx="215100" cy="258300"/>
          </a:xfrm>
          <a:prstGeom prst="bracketPair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4" name="Google Shape;124;p14"/>
          <p:cNvGrpSpPr/>
          <p:nvPr/>
        </p:nvGrpSpPr>
        <p:grpSpPr>
          <a:xfrm>
            <a:off x="295247" y="666221"/>
            <a:ext cx="234196" cy="188409"/>
            <a:chOff x="5151797" y="479071"/>
            <a:chExt cx="234196" cy="188409"/>
          </a:xfrm>
        </p:grpSpPr>
        <p:sp>
          <p:nvSpPr>
            <p:cNvPr id="125" name="Google Shape;125;p14"/>
            <p:cNvSpPr/>
            <p:nvPr/>
          </p:nvSpPr>
          <p:spPr>
            <a:xfrm>
              <a:off x="5151797" y="479071"/>
              <a:ext cx="122220" cy="188409"/>
            </a:xfrm>
            <a:custGeom>
              <a:avLst/>
              <a:gdLst/>
              <a:ahLst/>
              <a:cxnLst/>
              <a:rect l="l" t="t" r="r" b="b"/>
              <a:pathLst>
                <a:path w="1444" h="2226" extrusionOk="0">
                  <a:moveTo>
                    <a:pt x="1234" y="0"/>
                  </a:moveTo>
                  <a:cubicBezTo>
                    <a:pt x="1175" y="0"/>
                    <a:pt x="1109" y="21"/>
                    <a:pt x="1062" y="68"/>
                  </a:cubicBezTo>
                  <a:lnTo>
                    <a:pt x="1" y="1165"/>
                  </a:lnTo>
                  <a:lnTo>
                    <a:pt x="1062" y="2162"/>
                  </a:lnTo>
                  <a:cubicBezTo>
                    <a:pt x="1118" y="2190"/>
                    <a:pt x="1175" y="2226"/>
                    <a:pt x="1203" y="2226"/>
                  </a:cubicBezTo>
                  <a:cubicBezTo>
                    <a:pt x="1267" y="2226"/>
                    <a:pt x="1324" y="2190"/>
                    <a:pt x="1380" y="2162"/>
                  </a:cubicBezTo>
                  <a:cubicBezTo>
                    <a:pt x="1444" y="2077"/>
                    <a:pt x="1444" y="1929"/>
                    <a:pt x="1352" y="1837"/>
                  </a:cubicBezTo>
                  <a:lnTo>
                    <a:pt x="616" y="1165"/>
                  </a:lnTo>
                  <a:lnTo>
                    <a:pt x="1380" y="365"/>
                  </a:lnTo>
                  <a:cubicBezTo>
                    <a:pt x="1444" y="280"/>
                    <a:pt x="1444" y="132"/>
                    <a:pt x="1352" y="40"/>
                  </a:cubicBezTo>
                  <a:cubicBezTo>
                    <a:pt x="1327" y="14"/>
                    <a:pt x="1282" y="0"/>
                    <a:pt x="123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126;p14"/>
            <p:cNvSpPr/>
            <p:nvPr/>
          </p:nvSpPr>
          <p:spPr>
            <a:xfrm>
              <a:off x="5261402" y="479071"/>
              <a:ext cx="124590" cy="188409"/>
            </a:xfrm>
            <a:custGeom>
              <a:avLst/>
              <a:gdLst/>
              <a:ahLst/>
              <a:cxnLst/>
              <a:rect l="l" t="t" r="r" b="b"/>
              <a:pathLst>
                <a:path w="1472" h="2226" extrusionOk="0">
                  <a:moveTo>
                    <a:pt x="1240" y="0"/>
                  </a:moveTo>
                  <a:cubicBezTo>
                    <a:pt x="1174" y="0"/>
                    <a:pt x="1108" y="21"/>
                    <a:pt x="1062" y="68"/>
                  </a:cubicBezTo>
                  <a:lnTo>
                    <a:pt x="0" y="1165"/>
                  </a:lnTo>
                  <a:lnTo>
                    <a:pt x="1090" y="2162"/>
                  </a:lnTo>
                  <a:cubicBezTo>
                    <a:pt x="1118" y="2190"/>
                    <a:pt x="1182" y="2226"/>
                    <a:pt x="1210" y="2226"/>
                  </a:cubicBezTo>
                  <a:cubicBezTo>
                    <a:pt x="1267" y="2226"/>
                    <a:pt x="1323" y="2190"/>
                    <a:pt x="1387" y="2162"/>
                  </a:cubicBezTo>
                  <a:cubicBezTo>
                    <a:pt x="1472" y="2077"/>
                    <a:pt x="1444" y="1929"/>
                    <a:pt x="1359" y="1837"/>
                  </a:cubicBezTo>
                  <a:lnTo>
                    <a:pt x="616" y="1165"/>
                  </a:lnTo>
                  <a:lnTo>
                    <a:pt x="1387" y="365"/>
                  </a:lnTo>
                  <a:cubicBezTo>
                    <a:pt x="1472" y="280"/>
                    <a:pt x="1444" y="132"/>
                    <a:pt x="1387" y="40"/>
                  </a:cubicBezTo>
                  <a:cubicBezTo>
                    <a:pt x="1346" y="14"/>
                    <a:pt x="1293" y="0"/>
                    <a:pt x="124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CUSTOM_10"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5"/>
          <p:cNvSpPr txBox="1">
            <a:spLocks noGrp="1"/>
          </p:cNvSpPr>
          <p:nvPr>
            <p:ph type="title"/>
          </p:nvPr>
        </p:nvSpPr>
        <p:spPr>
          <a:xfrm>
            <a:off x="4641350" y="2377375"/>
            <a:ext cx="3790800" cy="87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29" name="Google Shape;129;p15"/>
          <p:cNvSpPr txBox="1">
            <a:spLocks noGrp="1"/>
          </p:cNvSpPr>
          <p:nvPr>
            <p:ph type="title" idx="2" hasCustomPrompt="1"/>
          </p:nvPr>
        </p:nvSpPr>
        <p:spPr>
          <a:xfrm>
            <a:off x="6780125" y="1422091"/>
            <a:ext cx="1652100" cy="915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30" name="Google Shape;130;p15"/>
          <p:cNvSpPr txBox="1">
            <a:spLocks noGrp="1"/>
          </p:cNvSpPr>
          <p:nvPr>
            <p:ph type="subTitle" idx="1"/>
          </p:nvPr>
        </p:nvSpPr>
        <p:spPr>
          <a:xfrm>
            <a:off x="4641350" y="3314902"/>
            <a:ext cx="3790800" cy="37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15"/>
          <p:cNvSpPr/>
          <p:nvPr/>
        </p:nvSpPr>
        <p:spPr>
          <a:xfrm rot="5400000">
            <a:off x="2150850" y="-1761150"/>
            <a:ext cx="4842300" cy="8665800"/>
          </a:xfrm>
          <a:prstGeom prst="bracketPair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15"/>
          <p:cNvSpPr/>
          <p:nvPr/>
        </p:nvSpPr>
        <p:spPr>
          <a:xfrm>
            <a:off x="8587325" y="3957050"/>
            <a:ext cx="289200" cy="258300"/>
          </a:xfrm>
          <a:prstGeom prst="bracePair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1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6"/>
          <p:cNvSpPr/>
          <p:nvPr/>
        </p:nvSpPr>
        <p:spPr>
          <a:xfrm rot="5400000">
            <a:off x="2150850" y="-1761150"/>
            <a:ext cx="4842300" cy="8665800"/>
          </a:xfrm>
          <a:prstGeom prst="bracketPair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16"/>
          <p:cNvSpPr/>
          <p:nvPr/>
        </p:nvSpPr>
        <p:spPr>
          <a:xfrm rot="6171912">
            <a:off x="-1505705" y="2211863"/>
            <a:ext cx="2259353" cy="2189802"/>
          </a:xfrm>
          <a:custGeom>
            <a:avLst/>
            <a:gdLst/>
            <a:ahLst/>
            <a:cxnLst/>
            <a:rect l="l" t="t" r="r" b="b"/>
            <a:pathLst>
              <a:path w="34694" h="33626" extrusionOk="0">
                <a:moveTo>
                  <a:pt x="26961" y="0"/>
                </a:moveTo>
                <a:cubicBezTo>
                  <a:pt x="26141" y="0"/>
                  <a:pt x="25322" y="151"/>
                  <a:pt x="24556" y="464"/>
                </a:cubicBezTo>
                <a:cubicBezTo>
                  <a:pt x="21698" y="1610"/>
                  <a:pt x="20134" y="4617"/>
                  <a:pt x="17835" y="6683"/>
                </a:cubicBezTo>
                <a:cubicBezTo>
                  <a:pt x="14743" y="9484"/>
                  <a:pt x="10676" y="9541"/>
                  <a:pt x="7223" y="11514"/>
                </a:cubicBezTo>
                <a:cubicBezTo>
                  <a:pt x="4217" y="13226"/>
                  <a:pt x="1712" y="16000"/>
                  <a:pt x="680" y="19332"/>
                </a:cubicBezTo>
                <a:cubicBezTo>
                  <a:pt x="121" y="21065"/>
                  <a:pt x="0" y="23223"/>
                  <a:pt x="382" y="25281"/>
                </a:cubicBezTo>
                <a:cubicBezTo>
                  <a:pt x="800" y="27432"/>
                  <a:pt x="1769" y="29441"/>
                  <a:pt x="3361" y="30679"/>
                </a:cubicBezTo>
                <a:cubicBezTo>
                  <a:pt x="6075" y="32748"/>
                  <a:pt x="9754" y="33625"/>
                  <a:pt x="13212" y="33625"/>
                </a:cubicBezTo>
                <a:cubicBezTo>
                  <a:pt x="14035" y="33625"/>
                  <a:pt x="14846" y="33576"/>
                  <a:pt x="15628" y="33480"/>
                </a:cubicBezTo>
                <a:cubicBezTo>
                  <a:pt x="16066" y="33417"/>
                  <a:pt x="16512" y="33360"/>
                  <a:pt x="16922" y="33268"/>
                </a:cubicBezTo>
                <a:cubicBezTo>
                  <a:pt x="19455" y="32801"/>
                  <a:pt x="21931" y="31768"/>
                  <a:pt x="23763" y="29971"/>
                </a:cubicBezTo>
                <a:cubicBezTo>
                  <a:pt x="25765" y="27998"/>
                  <a:pt x="26798" y="25840"/>
                  <a:pt x="27767" y="23251"/>
                </a:cubicBezTo>
                <a:cubicBezTo>
                  <a:pt x="28892" y="20273"/>
                  <a:pt x="30774" y="17676"/>
                  <a:pt x="32217" y="14846"/>
                </a:cubicBezTo>
                <a:cubicBezTo>
                  <a:pt x="33667" y="12045"/>
                  <a:pt x="34693" y="8805"/>
                  <a:pt x="33929" y="5742"/>
                </a:cubicBezTo>
                <a:cubicBezTo>
                  <a:pt x="33427" y="3768"/>
                  <a:pt x="32160" y="1964"/>
                  <a:pt x="30420" y="938"/>
                </a:cubicBezTo>
                <a:cubicBezTo>
                  <a:pt x="29369" y="324"/>
                  <a:pt x="28163" y="0"/>
                  <a:pt x="2696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16"/>
          <p:cNvSpPr/>
          <p:nvPr/>
        </p:nvSpPr>
        <p:spPr>
          <a:xfrm rot="-714313">
            <a:off x="8428959" y="157401"/>
            <a:ext cx="2230273" cy="1980546"/>
          </a:xfrm>
          <a:custGeom>
            <a:avLst/>
            <a:gdLst/>
            <a:ahLst/>
            <a:cxnLst/>
            <a:rect l="l" t="t" r="r" b="b"/>
            <a:pathLst>
              <a:path w="34750" h="30859" extrusionOk="0">
                <a:moveTo>
                  <a:pt x="19927" y="1"/>
                </a:moveTo>
                <a:cubicBezTo>
                  <a:pt x="17317" y="1"/>
                  <a:pt x="14720" y="895"/>
                  <a:pt x="13116" y="2899"/>
                </a:cubicBezTo>
                <a:cubicBezTo>
                  <a:pt x="11970" y="4342"/>
                  <a:pt x="11440" y="6203"/>
                  <a:pt x="10492" y="7795"/>
                </a:cubicBezTo>
                <a:cubicBezTo>
                  <a:pt x="9346" y="9768"/>
                  <a:pt x="7606" y="11332"/>
                  <a:pt x="5837" y="12832"/>
                </a:cubicBezTo>
                <a:cubicBezTo>
                  <a:pt x="4542" y="13949"/>
                  <a:pt x="3184" y="15074"/>
                  <a:pt x="2208" y="16517"/>
                </a:cubicBezTo>
                <a:cubicBezTo>
                  <a:pt x="262" y="19290"/>
                  <a:pt x="1" y="23118"/>
                  <a:pt x="1472" y="26153"/>
                </a:cubicBezTo>
                <a:cubicBezTo>
                  <a:pt x="2859" y="28926"/>
                  <a:pt x="5250" y="30135"/>
                  <a:pt x="8221" y="30312"/>
                </a:cubicBezTo>
                <a:cubicBezTo>
                  <a:pt x="12027" y="30574"/>
                  <a:pt x="15826" y="30786"/>
                  <a:pt x="19632" y="30843"/>
                </a:cubicBezTo>
                <a:cubicBezTo>
                  <a:pt x="20489" y="30852"/>
                  <a:pt x="21343" y="30858"/>
                  <a:pt x="22195" y="30858"/>
                </a:cubicBezTo>
                <a:cubicBezTo>
                  <a:pt x="23952" y="30858"/>
                  <a:pt x="25703" y="30832"/>
                  <a:pt x="27470" y="30751"/>
                </a:cubicBezTo>
                <a:cubicBezTo>
                  <a:pt x="29126" y="30666"/>
                  <a:pt x="30894" y="30517"/>
                  <a:pt x="32246" y="29577"/>
                </a:cubicBezTo>
                <a:cubicBezTo>
                  <a:pt x="34042" y="28339"/>
                  <a:pt x="34750" y="25976"/>
                  <a:pt x="34488" y="23825"/>
                </a:cubicBezTo>
                <a:cubicBezTo>
                  <a:pt x="34219" y="21703"/>
                  <a:pt x="33102" y="19757"/>
                  <a:pt x="31863" y="17989"/>
                </a:cubicBezTo>
                <a:cubicBezTo>
                  <a:pt x="31099" y="16899"/>
                  <a:pt x="30243" y="15866"/>
                  <a:pt x="29656" y="14657"/>
                </a:cubicBezTo>
                <a:cubicBezTo>
                  <a:pt x="28680" y="12683"/>
                  <a:pt x="28447" y="10476"/>
                  <a:pt x="28029" y="8325"/>
                </a:cubicBezTo>
                <a:cubicBezTo>
                  <a:pt x="27591" y="6111"/>
                  <a:pt x="27675" y="3727"/>
                  <a:pt x="25971" y="1986"/>
                </a:cubicBezTo>
                <a:cubicBezTo>
                  <a:pt x="25058" y="1039"/>
                  <a:pt x="23728" y="543"/>
                  <a:pt x="22433" y="274"/>
                </a:cubicBezTo>
                <a:cubicBezTo>
                  <a:pt x="21619" y="95"/>
                  <a:pt x="20772" y="1"/>
                  <a:pt x="19927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7" name="Google Shape;137;p16"/>
          <p:cNvGrpSpPr/>
          <p:nvPr/>
        </p:nvGrpSpPr>
        <p:grpSpPr>
          <a:xfrm>
            <a:off x="8704040" y="1638900"/>
            <a:ext cx="360758" cy="258297"/>
            <a:chOff x="4992850" y="4345375"/>
            <a:chExt cx="607336" cy="638400"/>
          </a:xfrm>
        </p:grpSpPr>
        <p:sp>
          <p:nvSpPr>
            <p:cNvPr id="138" name="Google Shape;138;p16"/>
            <p:cNvSpPr/>
            <p:nvPr/>
          </p:nvSpPr>
          <p:spPr>
            <a:xfrm>
              <a:off x="4992850" y="4345375"/>
              <a:ext cx="225900" cy="638400"/>
            </a:xfrm>
            <a:prstGeom prst="leftBrace">
              <a:avLst>
                <a:gd name="adj1" fmla="val 2174"/>
                <a:gd name="adj2" fmla="val 50000"/>
              </a:avLst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139;p16"/>
            <p:cNvSpPr/>
            <p:nvPr/>
          </p:nvSpPr>
          <p:spPr>
            <a:xfrm rot="10800000">
              <a:off x="5374286" y="4345375"/>
              <a:ext cx="225900" cy="638400"/>
            </a:xfrm>
            <a:prstGeom prst="leftBrace">
              <a:avLst>
                <a:gd name="adj1" fmla="val 2174"/>
                <a:gd name="adj2" fmla="val 50000"/>
              </a:avLst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0" name="Google Shape;140;p16"/>
          <p:cNvSpPr/>
          <p:nvPr/>
        </p:nvSpPr>
        <p:spPr>
          <a:xfrm>
            <a:off x="203650" y="1422850"/>
            <a:ext cx="215100" cy="258300"/>
          </a:xfrm>
          <a:prstGeom prst="bracketPair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1" name="Google Shape;141;p16"/>
          <p:cNvGrpSpPr/>
          <p:nvPr/>
        </p:nvGrpSpPr>
        <p:grpSpPr>
          <a:xfrm>
            <a:off x="315272" y="2270471"/>
            <a:ext cx="234196" cy="188409"/>
            <a:chOff x="5151797" y="479071"/>
            <a:chExt cx="234196" cy="188409"/>
          </a:xfrm>
        </p:grpSpPr>
        <p:sp>
          <p:nvSpPr>
            <p:cNvPr id="142" name="Google Shape;142;p16"/>
            <p:cNvSpPr/>
            <p:nvPr/>
          </p:nvSpPr>
          <p:spPr>
            <a:xfrm>
              <a:off x="5151797" y="479071"/>
              <a:ext cx="122220" cy="188409"/>
            </a:xfrm>
            <a:custGeom>
              <a:avLst/>
              <a:gdLst/>
              <a:ahLst/>
              <a:cxnLst/>
              <a:rect l="l" t="t" r="r" b="b"/>
              <a:pathLst>
                <a:path w="1444" h="2226" extrusionOk="0">
                  <a:moveTo>
                    <a:pt x="1234" y="0"/>
                  </a:moveTo>
                  <a:cubicBezTo>
                    <a:pt x="1175" y="0"/>
                    <a:pt x="1109" y="21"/>
                    <a:pt x="1062" y="68"/>
                  </a:cubicBezTo>
                  <a:lnTo>
                    <a:pt x="1" y="1165"/>
                  </a:lnTo>
                  <a:lnTo>
                    <a:pt x="1062" y="2162"/>
                  </a:lnTo>
                  <a:cubicBezTo>
                    <a:pt x="1118" y="2190"/>
                    <a:pt x="1175" y="2226"/>
                    <a:pt x="1203" y="2226"/>
                  </a:cubicBezTo>
                  <a:cubicBezTo>
                    <a:pt x="1267" y="2226"/>
                    <a:pt x="1324" y="2190"/>
                    <a:pt x="1380" y="2162"/>
                  </a:cubicBezTo>
                  <a:cubicBezTo>
                    <a:pt x="1444" y="2077"/>
                    <a:pt x="1444" y="1929"/>
                    <a:pt x="1352" y="1837"/>
                  </a:cubicBezTo>
                  <a:lnTo>
                    <a:pt x="616" y="1165"/>
                  </a:lnTo>
                  <a:lnTo>
                    <a:pt x="1380" y="365"/>
                  </a:lnTo>
                  <a:cubicBezTo>
                    <a:pt x="1444" y="280"/>
                    <a:pt x="1444" y="132"/>
                    <a:pt x="1352" y="40"/>
                  </a:cubicBezTo>
                  <a:cubicBezTo>
                    <a:pt x="1327" y="14"/>
                    <a:pt x="1282" y="0"/>
                    <a:pt x="123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16"/>
            <p:cNvSpPr/>
            <p:nvPr/>
          </p:nvSpPr>
          <p:spPr>
            <a:xfrm>
              <a:off x="5261402" y="479071"/>
              <a:ext cx="124590" cy="188409"/>
            </a:xfrm>
            <a:custGeom>
              <a:avLst/>
              <a:gdLst/>
              <a:ahLst/>
              <a:cxnLst/>
              <a:rect l="l" t="t" r="r" b="b"/>
              <a:pathLst>
                <a:path w="1472" h="2226" extrusionOk="0">
                  <a:moveTo>
                    <a:pt x="1240" y="0"/>
                  </a:moveTo>
                  <a:cubicBezTo>
                    <a:pt x="1174" y="0"/>
                    <a:pt x="1108" y="21"/>
                    <a:pt x="1062" y="68"/>
                  </a:cubicBezTo>
                  <a:lnTo>
                    <a:pt x="0" y="1165"/>
                  </a:lnTo>
                  <a:lnTo>
                    <a:pt x="1090" y="2162"/>
                  </a:lnTo>
                  <a:cubicBezTo>
                    <a:pt x="1118" y="2190"/>
                    <a:pt x="1182" y="2226"/>
                    <a:pt x="1210" y="2226"/>
                  </a:cubicBezTo>
                  <a:cubicBezTo>
                    <a:pt x="1267" y="2226"/>
                    <a:pt x="1323" y="2190"/>
                    <a:pt x="1387" y="2162"/>
                  </a:cubicBezTo>
                  <a:cubicBezTo>
                    <a:pt x="1472" y="2077"/>
                    <a:pt x="1444" y="1929"/>
                    <a:pt x="1359" y="1837"/>
                  </a:cubicBezTo>
                  <a:lnTo>
                    <a:pt x="616" y="1165"/>
                  </a:lnTo>
                  <a:lnTo>
                    <a:pt x="1387" y="365"/>
                  </a:lnTo>
                  <a:cubicBezTo>
                    <a:pt x="1472" y="280"/>
                    <a:pt x="1444" y="132"/>
                    <a:pt x="1387" y="40"/>
                  </a:cubicBezTo>
                  <a:cubicBezTo>
                    <a:pt x="1346" y="14"/>
                    <a:pt x="1293" y="0"/>
                    <a:pt x="124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4" name="Google Shape;144;p16"/>
          <p:cNvSpPr/>
          <p:nvPr/>
        </p:nvSpPr>
        <p:spPr>
          <a:xfrm>
            <a:off x="166600" y="3930325"/>
            <a:ext cx="289200" cy="258300"/>
          </a:xfrm>
          <a:prstGeom prst="bracePair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11_1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48" name="Google Shape;148;p17"/>
          <p:cNvSpPr/>
          <p:nvPr/>
        </p:nvSpPr>
        <p:spPr>
          <a:xfrm rot="5400000">
            <a:off x="2150850" y="-1761150"/>
            <a:ext cx="4842300" cy="8665800"/>
          </a:xfrm>
          <a:prstGeom prst="bracketPair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17"/>
          <p:cNvSpPr/>
          <p:nvPr/>
        </p:nvSpPr>
        <p:spPr>
          <a:xfrm rot="-1442292" flipH="1">
            <a:off x="-1773956" y="1176021"/>
            <a:ext cx="2259372" cy="2189821"/>
          </a:xfrm>
          <a:custGeom>
            <a:avLst/>
            <a:gdLst/>
            <a:ahLst/>
            <a:cxnLst/>
            <a:rect l="l" t="t" r="r" b="b"/>
            <a:pathLst>
              <a:path w="34694" h="33626" extrusionOk="0">
                <a:moveTo>
                  <a:pt x="26961" y="0"/>
                </a:moveTo>
                <a:cubicBezTo>
                  <a:pt x="26141" y="0"/>
                  <a:pt x="25322" y="151"/>
                  <a:pt x="24556" y="464"/>
                </a:cubicBezTo>
                <a:cubicBezTo>
                  <a:pt x="21698" y="1610"/>
                  <a:pt x="20134" y="4617"/>
                  <a:pt x="17835" y="6683"/>
                </a:cubicBezTo>
                <a:cubicBezTo>
                  <a:pt x="14743" y="9484"/>
                  <a:pt x="10676" y="9541"/>
                  <a:pt x="7223" y="11514"/>
                </a:cubicBezTo>
                <a:cubicBezTo>
                  <a:pt x="4217" y="13226"/>
                  <a:pt x="1712" y="16000"/>
                  <a:pt x="680" y="19332"/>
                </a:cubicBezTo>
                <a:cubicBezTo>
                  <a:pt x="121" y="21065"/>
                  <a:pt x="0" y="23223"/>
                  <a:pt x="382" y="25281"/>
                </a:cubicBezTo>
                <a:cubicBezTo>
                  <a:pt x="800" y="27432"/>
                  <a:pt x="1769" y="29441"/>
                  <a:pt x="3361" y="30679"/>
                </a:cubicBezTo>
                <a:cubicBezTo>
                  <a:pt x="6075" y="32748"/>
                  <a:pt x="9754" y="33625"/>
                  <a:pt x="13212" y="33625"/>
                </a:cubicBezTo>
                <a:cubicBezTo>
                  <a:pt x="14035" y="33625"/>
                  <a:pt x="14846" y="33576"/>
                  <a:pt x="15628" y="33480"/>
                </a:cubicBezTo>
                <a:cubicBezTo>
                  <a:pt x="16066" y="33417"/>
                  <a:pt x="16512" y="33360"/>
                  <a:pt x="16922" y="33268"/>
                </a:cubicBezTo>
                <a:cubicBezTo>
                  <a:pt x="19455" y="32801"/>
                  <a:pt x="21931" y="31768"/>
                  <a:pt x="23763" y="29971"/>
                </a:cubicBezTo>
                <a:cubicBezTo>
                  <a:pt x="25765" y="27998"/>
                  <a:pt x="26798" y="25840"/>
                  <a:pt x="27767" y="23251"/>
                </a:cubicBezTo>
                <a:cubicBezTo>
                  <a:pt x="28892" y="20273"/>
                  <a:pt x="30774" y="17676"/>
                  <a:pt x="32217" y="14846"/>
                </a:cubicBezTo>
                <a:cubicBezTo>
                  <a:pt x="33667" y="12045"/>
                  <a:pt x="34693" y="8805"/>
                  <a:pt x="33929" y="5742"/>
                </a:cubicBezTo>
                <a:cubicBezTo>
                  <a:pt x="33427" y="3768"/>
                  <a:pt x="32160" y="1964"/>
                  <a:pt x="30420" y="938"/>
                </a:cubicBezTo>
                <a:cubicBezTo>
                  <a:pt x="29369" y="324"/>
                  <a:pt x="28163" y="0"/>
                  <a:pt x="2696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17"/>
          <p:cNvSpPr/>
          <p:nvPr/>
        </p:nvSpPr>
        <p:spPr>
          <a:xfrm rot="-360521">
            <a:off x="8538329" y="2293726"/>
            <a:ext cx="1649783" cy="2063573"/>
          </a:xfrm>
          <a:custGeom>
            <a:avLst/>
            <a:gdLst/>
            <a:ahLst/>
            <a:cxnLst/>
            <a:rect l="l" t="t" r="r" b="b"/>
            <a:pathLst>
              <a:path w="7690" h="9619" extrusionOk="0">
                <a:moveTo>
                  <a:pt x="1814" y="0"/>
                </a:moveTo>
                <a:cubicBezTo>
                  <a:pt x="1314" y="0"/>
                  <a:pt x="835" y="161"/>
                  <a:pt x="503" y="527"/>
                </a:cubicBezTo>
                <a:cubicBezTo>
                  <a:pt x="114" y="938"/>
                  <a:pt x="1" y="1532"/>
                  <a:pt x="29" y="2063"/>
                </a:cubicBezTo>
                <a:cubicBezTo>
                  <a:pt x="57" y="2621"/>
                  <a:pt x="234" y="3152"/>
                  <a:pt x="383" y="3683"/>
                </a:cubicBezTo>
                <a:cubicBezTo>
                  <a:pt x="913" y="5777"/>
                  <a:pt x="149" y="9017"/>
                  <a:pt x="3064" y="9547"/>
                </a:cubicBezTo>
                <a:cubicBezTo>
                  <a:pt x="3307" y="9596"/>
                  <a:pt x="3542" y="9619"/>
                  <a:pt x="3768" y="9619"/>
                </a:cubicBezTo>
                <a:cubicBezTo>
                  <a:pt x="6281" y="9619"/>
                  <a:pt x="7690" y="6774"/>
                  <a:pt x="7365" y="4418"/>
                </a:cubicBezTo>
                <a:cubicBezTo>
                  <a:pt x="7252" y="3739"/>
                  <a:pt x="6983" y="3060"/>
                  <a:pt x="6573" y="2501"/>
                </a:cubicBezTo>
                <a:cubicBezTo>
                  <a:pt x="6276" y="2119"/>
                  <a:pt x="5922" y="1822"/>
                  <a:pt x="5512" y="1589"/>
                </a:cubicBezTo>
                <a:cubicBezTo>
                  <a:pt x="5129" y="1383"/>
                  <a:pt x="4684" y="1263"/>
                  <a:pt x="4274" y="1058"/>
                </a:cubicBezTo>
                <a:cubicBezTo>
                  <a:pt x="3863" y="825"/>
                  <a:pt x="3474" y="527"/>
                  <a:pt x="3064" y="322"/>
                </a:cubicBezTo>
                <a:cubicBezTo>
                  <a:pt x="2683" y="117"/>
                  <a:pt x="2240" y="0"/>
                  <a:pt x="1814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51" name="Google Shape;151;p17"/>
          <p:cNvGrpSpPr/>
          <p:nvPr/>
        </p:nvGrpSpPr>
        <p:grpSpPr>
          <a:xfrm>
            <a:off x="8499415" y="4380125"/>
            <a:ext cx="360758" cy="258297"/>
            <a:chOff x="4992850" y="4345375"/>
            <a:chExt cx="607336" cy="638400"/>
          </a:xfrm>
        </p:grpSpPr>
        <p:sp>
          <p:nvSpPr>
            <p:cNvPr id="152" name="Google Shape;152;p17"/>
            <p:cNvSpPr/>
            <p:nvPr/>
          </p:nvSpPr>
          <p:spPr>
            <a:xfrm>
              <a:off x="4992850" y="4345375"/>
              <a:ext cx="225900" cy="638400"/>
            </a:xfrm>
            <a:prstGeom prst="leftBrace">
              <a:avLst>
                <a:gd name="adj1" fmla="val 2174"/>
                <a:gd name="adj2" fmla="val 50000"/>
              </a:avLst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153;p17"/>
            <p:cNvSpPr/>
            <p:nvPr/>
          </p:nvSpPr>
          <p:spPr>
            <a:xfrm rot="10800000">
              <a:off x="5374286" y="4345375"/>
              <a:ext cx="225900" cy="638400"/>
            </a:xfrm>
            <a:prstGeom prst="leftBrace">
              <a:avLst>
                <a:gd name="adj1" fmla="val 2174"/>
                <a:gd name="adj2" fmla="val 50000"/>
              </a:avLst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54" name="Google Shape;154;p17"/>
          <p:cNvSpPr/>
          <p:nvPr/>
        </p:nvSpPr>
        <p:spPr>
          <a:xfrm>
            <a:off x="185425" y="2320325"/>
            <a:ext cx="215100" cy="258300"/>
          </a:xfrm>
          <a:prstGeom prst="bracketPair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55" name="Google Shape;155;p17"/>
          <p:cNvGrpSpPr/>
          <p:nvPr/>
        </p:nvGrpSpPr>
        <p:grpSpPr>
          <a:xfrm>
            <a:off x="175872" y="1344171"/>
            <a:ext cx="234196" cy="188409"/>
            <a:chOff x="5151797" y="479071"/>
            <a:chExt cx="234196" cy="188409"/>
          </a:xfrm>
        </p:grpSpPr>
        <p:sp>
          <p:nvSpPr>
            <p:cNvPr id="156" name="Google Shape;156;p17"/>
            <p:cNvSpPr/>
            <p:nvPr/>
          </p:nvSpPr>
          <p:spPr>
            <a:xfrm>
              <a:off x="5151797" y="479071"/>
              <a:ext cx="122220" cy="188409"/>
            </a:xfrm>
            <a:custGeom>
              <a:avLst/>
              <a:gdLst/>
              <a:ahLst/>
              <a:cxnLst/>
              <a:rect l="l" t="t" r="r" b="b"/>
              <a:pathLst>
                <a:path w="1444" h="2226" extrusionOk="0">
                  <a:moveTo>
                    <a:pt x="1234" y="0"/>
                  </a:moveTo>
                  <a:cubicBezTo>
                    <a:pt x="1175" y="0"/>
                    <a:pt x="1109" y="21"/>
                    <a:pt x="1062" y="68"/>
                  </a:cubicBezTo>
                  <a:lnTo>
                    <a:pt x="1" y="1165"/>
                  </a:lnTo>
                  <a:lnTo>
                    <a:pt x="1062" y="2162"/>
                  </a:lnTo>
                  <a:cubicBezTo>
                    <a:pt x="1118" y="2190"/>
                    <a:pt x="1175" y="2226"/>
                    <a:pt x="1203" y="2226"/>
                  </a:cubicBezTo>
                  <a:cubicBezTo>
                    <a:pt x="1267" y="2226"/>
                    <a:pt x="1324" y="2190"/>
                    <a:pt x="1380" y="2162"/>
                  </a:cubicBezTo>
                  <a:cubicBezTo>
                    <a:pt x="1444" y="2077"/>
                    <a:pt x="1444" y="1929"/>
                    <a:pt x="1352" y="1837"/>
                  </a:cubicBezTo>
                  <a:lnTo>
                    <a:pt x="616" y="1165"/>
                  </a:lnTo>
                  <a:lnTo>
                    <a:pt x="1380" y="365"/>
                  </a:lnTo>
                  <a:cubicBezTo>
                    <a:pt x="1444" y="280"/>
                    <a:pt x="1444" y="132"/>
                    <a:pt x="1352" y="40"/>
                  </a:cubicBezTo>
                  <a:cubicBezTo>
                    <a:pt x="1327" y="14"/>
                    <a:pt x="1282" y="0"/>
                    <a:pt x="123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Google Shape;157;p17"/>
            <p:cNvSpPr/>
            <p:nvPr/>
          </p:nvSpPr>
          <p:spPr>
            <a:xfrm>
              <a:off x="5261402" y="479071"/>
              <a:ext cx="124590" cy="188409"/>
            </a:xfrm>
            <a:custGeom>
              <a:avLst/>
              <a:gdLst/>
              <a:ahLst/>
              <a:cxnLst/>
              <a:rect l="l" t="t" r="r" b="b"/>
              <a:pathLst>
                <a:path w="1472" h="2226" extrusionOk="0">
                  <a:moveTo>
                    <a:pt x="1240" y="0"/>
                  </a:moveTo>
                  <a:cubicBezTo>
                    <a:pt x="1174" y="0"/>
                    <a:pt x="1108" y="21"/>
                    <a:pt x="1062" y="68"/>
                  </a:cubicBezTo>
                  <a:lnTo>
                    <a:pt x="0" y="1165"/>
                  </a:lnTo>
                  <a:lnTo>
                    <a:pt x="1090" y="2162"/>
                  </a:lnTo>
                  <a:cubicBezTo>
                    <a:pt x="1118" y="2190"/>
                    <a:pt x="1182" y="2226"/>
                    <a:pt x="1210" y="2226"/>
                  </a:cubicBezTo>
                  <a:cubicBezTo>
                    <a:pt x="1267" y="2226"/>
                    <a:pt x="1323" y="2190"/>
                    <a:pt x="1387" y="2162"/>
                  </a:cubicBezTo>
                  <a:cubicBezTo>
                    <a:pt x="1472" y="2077"/>
                    <a:pt x="1444" y="1929"/>
                    <a:pt x="1359" y="1837"/>
                  </a:cubicBezTo>
                  <a:lnTo>
                    <a:pt x="616" y="1165"/>
                  </a:lnTo>
                  <a:lnTo>
                    <a:pt x="1387" y="365"/>
                  </a:lnTo>
                  <a:cubicBezTo>
                    <a:pt x="1472" y="280"/>
                    <a:pt x="1444" y="132"/>
                    <a:pt x="1387" y="40"/>
                  </a:cubicBezTo>
                  <a:cubicBezTo>
                    <a:pt x="1346" y="14"/>
                    <a:pt x="1293" y="0"/>
                    <a:pt x="124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8" name="Google Shape;158;p17"/>
          <p:cNvGrpSpPr/>
          <p:nvPr/>
        </p:nvGrpSpPr>
        <p:grpSpPr>
          <a:xfrm>
            <a:off x="8060129" y="256622"/>
            <a:ext cx="234788" cy="188409"/>
            <a:chOff x="6428979" y="917397"/>
            <a:chExt cx="234788" cy="188409"/>
          </a:xfrm>
        </p:grpSpPr>
        <p:sp>
          <p:nvSpPr>
            <p:cNvPr id="159" name="Google Shape;159;p17"/>
            <p:cNvSpPr/>
            <p:nvPr/>
          </p:nvSpPr>
          <p:spPr>
            <a:xfrm>
              <a:off x="6538500" y="917397"/>
              <a:ext cx="125267" cy="188409"/>
            </a:xfrm>
            <a:custGeom>
              <a:avLst/>
              <a:gdLst/>
              <a:ahLst/>
              <a:cxnLst/>
              <a:rect l="l" t="t" r="r" b="b"/>
              <a:pathLst>
                <a:path w="1480" h="2226" extrusionOk="0">
                  <a:moveTo>
                    <a:pt x="219" y="1"/>
                  </a:moveTo>
                  <a:cubicBezTo>
                    <a:pt x="174" y="1"/>
                    <a:pt x="130" y="15"/>
                    <a:pt x="93" y="39"/>
                  </a:cubicBezTo>
                  <a:cubicBezTo>
                    <a:pt x="1" y="131"/>
                    <a:pt x="1" y="280"/>
                    <a:pt x="93" y="365"/>
                  </a:cubicBezTo>
                  <a:lnTo>
                    <a:pt x="857" y="1136"/>
                  </a:lnTo>
                  <a:lnTo>
                    <a:pt x="93" y="1843"/>
                  </a:lnTo>
                  <a:cubicBezTo>
                    <a:pt x="1" y="1928"/>
                    <a:pt x="1" y="2077"/>
                    <a:pt x="93" y="2133"/>
                  </a:cubicBezTo>
                  <a:cubicBezTo>
                    <a:pt x="121" y="2197"/>
                    <a:pt x="178" y="2225"/>
                    <a:pt x="241" y="2225"/>
                  </a:cubicBezTo>
                  <a:cubicBezTo>
                    <a:pt x="298" y="2225"/>
                    <a:pt x="355" y="2197"/>
                    <a:pt x="383" y="2162"/>
                  </a:cubicBezTo>
                  <a:lnTo>
                    <a:pt x="1479" y="1164"/>
                  </a:lnTo>
                  <a:lnTo>
                    <a:pt x="383" y="75"/>
                  </a:lnTo>
                  <a:cubicBezTo>
                    <a:pt x="335" y="23"/>
                    <a:pt x="277" y="1"/>
                    <a:pt x="219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160;p17"/>
            <p:cNvSpPr/>
            <p:nvPr/>
          </p:nvSpPr>
          <p:spPr>
            <a:xfrm>
              <a:off x="6428979" y="917397"/>
              <a:ext cx="122220" cy="188409"/>
            </a:xfrm>
            <a:custGeom>
              <a:avLst/>
              <a:gdLst/>
              <a:ahLst/>
              <a:cxnLst/>
              <a:rect l="l" t="t" r="r" b="b"/>
              <a:pathLst>
                <a:path w="1444" h="2226" extrusionOk="0">
                  <a:moveTo>
                    <a:pt x="218" y="1"/>
                  </a:moveTo>
                  <a:cubicBezTo>
                    <a:pt x="172" y="1"/>
                    <a:pt x="126" y="15"/>
                    <a:pt x="85" y="39"/>
                  </a:cubicBezTo>
                  <a:cubicBezTo>
                    <a:pt x="0" y="131"/>
                    <a:pt x="0" y="280"/>
                    <a:pt x="85" y="365"/>
                  </a:cubicBezTo>
                  <a:lnTo>
                    <a:pt x="856" y="1136"/>
                  </a:lnTo>
                  <a:lnTo>
                    <a:pt x="85" y="1843"/>
                  </a:lnTo>
                  <a:cubicBezTo>
                    <a:pt x="0" y="1928"/>
                    <a:pt x="0" y="2077"/>
                    <a:pt x="85" y="2133"/>
                  </a:cubicBezTo>
                  <a:cubicBezTo>
                    <a:pt x="121" y="2197"/>
                    <a:pt x="177" y="2225"/>
                    <a:pt x="234" y="2225"/>
                  </a:cubicBezTo>
                  <a:cubicBezTo>
                    <a:pt x="297" y="2225"/>
                    <a:pt x="326" y="2197"/>
                    <a:pt x="382" y="2162"/>
                  </a:cubicBezTo>
                  <a:lnTo>
                    <a:pt x="1444" y="1164"/>
                  </a:lnTo>
                  <a:lnTo>
                    <a:pt x="382" y="75"/>
                  </a:lnTo>
                  <a:cubicBezTo>
                    <a:pt x="335" y="23"/>
                    <a:pt x="276" y="1"/>
                    <a:pt x="21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1" name="Google Shape;161;p17"/>
          <p:cNvSpPr/>
          <p:nvPr/>
        </p:nvSpPr>
        <p:spPr>
          <a:xfrm>
            <a:off x="8763375" y="2742525"/>
            <a:ext cx="289200" cy="258300"/>
          </a:xfrm>
          <a:prstGeom prst="bracePair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8"/>
          <p:cNvSpPr/>
          <p:nvPr/>
        </p:nvSpPr>
        <p:spPr>
          <a:xfrm rot="-3555120">
            <a:off x="8386891" y="372220"/>
            <a:ext cx="1858693" cy="1745210"/>
          </a:xfrm>
          <a:custGeom>
            <a:avLst/>
            <a:gdLst/>
            <a:ahLst/>
            <a:cxnLst/>
            <a:rect l="l" t="t" r="r" b="b"/>
            <a:pathLst>
              <a:path w="13414" h="12595" extrusionOk="0">
                <a:moveTo>
                  <a:pt x="6393" y="1"/>
                </a:moveTo>
                <a:cubicBezTo>
                  <a:pt x="6010" y="1"/>
                  <a:pt x="5626" y="38"/>
                  <a:pt x="5242" y="124"/>
                </a:cubicBezTo>
                <a:cubicBezTo>
                  <a:pt x="2766" y="598"/>
                  <a:pt x="354" y="2515"/>
                  <a:pt x="177" y="5048"/>
                </a:cubicBezTo>
                <a:cubicBezTo>
                  <a:pt x="0" y="7821"/>
                  <a:pt x="3063" y="10064"/>
                  <a:pt x="5129" y="11330"/>
                </a:cubicBezTo>
                <a:cubicBezTo>
                  <a:pt x="6309" y="12076"/>
                  <a:pt x="7558" y="12595"/>
                  <a:pt x="8729" y="12595"/>
                </a:cubicBezTo>
                <a:cubicBezTo>
                  <a:pt x="9868" y="12595"/>
                  <a:pt x="10932" y="12105"/>
                  <a:pt x="11786" y="10856"/>
                </a:cubicBezTo>
                <a:cubicBezTo>
                  <a:pt x="13144" y="8854"/>
                  <a:pt x="13413" y="6137"/>
                  <a:pt x="12409" y="3959"/>
                </a:cubicBezTo>
                <a:cubicBezTo>
                  <a:pt x="11404" y="1751"/>
                  <a:pt x="9169" y="160"/>
                  <a:pt x="6749" y="11"/>
                </a:cubicBezTo>
                <a:cubicBezTo>
                  <a:pt x="6631" y="4"/>
                  <a:pt x="6512" y="1"/>
                  <a:pt x="6393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64" name="Google Shape;164;p18"/>
          <p:cNvGrpSpPr/>
          <p:nvPr/>
        </p:nvGrpSpPr>
        <p:grpSpPr>
          <a:xfrm>
            <a:off x="168465" y="2165325"/>
            <a:ext cx="360758" cy="258297"/>
            <a:chOff x="4992850" y="4345375"/>
            <a:chExt cx="607336" cy="638400"/>
          </a:xfrm>
        </p:grpSpPr>
        <p:sp>
          <p:nvSpPr>
            <p:cNvPr id="165" name="Google Shape;165;p18"/>
            <p:cNvSpPr/>
            <p:nvPr/>
          </p:nvSpPr>
          <p:spPr>
            <a:xfrm>
              <a:off x="4992850" y="4345375"/>
              <a:ext cx="225900" cy="638400"/>
            </a:xfrm>
            <a:prstGeom prst="leftBrace">
              <a:avLst>
                <a:gd name="adj1" fmla="val 2174"/>
                <a:gd name="adj2" fmla="val 50000"/>
              </a:avLst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Google Shape;166;p18"/>
            <p:cNvSpPr/>
            <p:nvPr/>
          </p:nvSpPr>
          <p:spPr>
            <a:xfrm rot="10800000">
              <a:off x="5374286" y="4345375"/>
              <a:ext cx="225900" cy="638400"/>
            </a:xfrm>
            <a:prstGeom prst="leftBrace">
              <a:avLst>
                <a:gd name="adj1" fmla="val 2174"/>
                <a:gd name="adj2" fmla="val 50000"/>
              </a:avLst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7" name="Google Shape;167;p18"/>
          <p:cNvSpPr/>
          <p:nvPr/>
        </p:nvSpPr>
        <p:spPr>
          <a:xfrm>
            <a:off x="8323225" y="349900"/>
            <a:ext cx="215100" cy="258300"/>
          </a:xfrm>
          <a:prstGeom prst="bracketPair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68" name="Google Shape;168;p18"/>
          <p:cNvGrpSpPr/>
          <p:nvPr/>
        </p:nvGrpSpPr>
        <p:grpSpPr>
          <a:xfrm>
            <a:off x="8774879" y="1616797"/>
            <a:ext cx="234788" cy="188409"/>
            <a:chOff x="6428979" y="917397"/>
            <a:chExt cx="234788" cy="188409"/>
          </a:xfrm>
        </p:grpSpPr>
        <p:sp>
          <p:nvSpPr>
            <p:cNvPr id="169" name="Google Shape;169;p18"/>
            <p:cNvSpPr/>
            <p:nvPr/>
          </p:nvSpPr>
          <p:spPr>
            <a:xfrm>
              <a:off x="6538500" y="917397"/>
              <a:ext cx="125267" cy="188409"/>
            </a:xfrm>
            <a:custGeom>
              <a:avLst/>
              <a:gdLst/>
              <a:ahLst/>
              <a:cxnLst/>
              <a:rect l="l" t="t" r="r" b="b"/>
              <a:pathLst>
                <a:path w="1480" h="2226" extrusionOk="0">
                  <a:moveTo>
                    <a:pt x="219" y="1"/>
                  </a:moveTo>
                  <a:cubicBezTo>
                    <a:pt x="174" y="1"/>
                    <a:pt x="130" y="15"/>
                    <a:pt x="93" y="39"/>
                  </a:cubicBezTo>
                  <a:cubicBezTo>
                    <a:pt x="1" y="131"/>
                    <a:pt x="1" y="280"/>
                    <a:pt x="93" y="365"/>
                  </a:cubicBezTo>
                  <a:lnTo>
                    <a:pt x="857" y="1136"/>
                  </a:lnTo>
                  <a:lnTo>
                    <a:pt x="93" y="1843"/>
                  </a:lnTo>
                  <a:cubicBezTo>
                    <a:pt x="1" y="1928"/>
                    <a:pt x="1" y="2077"/>
                    <a:pt x="93" y="2133"/>
                  </a:cubicBezTo>
                  <a:cubicBezTo>
                    <a:pt x="121" y="2197"/>
                    <a:pt x="178" y="2225"/>
                    <a:pt x="241" y="2225"/>
                  </a:cubicBezTo>
                  <a:cubicBezTo>
                    <a:pt x="298" y="2225"/>
                    <a:pt x="355" y="2197"/>
                    <a:pt x="383" y="2162"/>
                  </a:cubicBezTo>
                  <a:lnTo>
                    <a:pt x="1479" y="1164"/>
                  </a:lnTo>
                  <a:lnTo>
                    <a:pt x="383" y="75"/>
                  </a:lnTo>
                  <a:cubicBezTo>
                    <a:pt x="335" y="23"/>
                    <a:pt x="277" y="1"/>
                    <a:pt x="219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170;p18"/>
            <p:cNvSpPr/>
            <p:nvPr/>
          </p:nvSpPr>
          <p:spPr>
            <a:xfrm>
              <a:off x="6428979" y="917397"/>
              <a:ext cx="122220" cy="188409"/>
            </a:xfrm>
            <a:custGeom>
              <a:avLst/>
              <a:gdLst/>
              <a:ahLst/>
              <a:cxnLst/>
              <a:rect l="l" t="t" r="r" b="b"/>
              <a:pathLst>
                <a:path w="1444" h="2226" extrusionOk="0">
                  <a:moveTo>
                    <a:pt x="218" y="1"/>
                  </a:moveTo>
                  <a:cubicBezTo>
                    <a:pt x="172" y="1"/>
                    <a:pt x="126" y="15"/>
                    <a:pt x="85" y="39"/>
                  </a:cubicBezTo>
                  <a:cubicBezTo>
                    <a:pt x="0" y="131"/>
                    <a:pt x="0" y="280"/>
                    <a:pt x="85" y="365"/>
                  </a:cubicBezTo>
                  <a:lnTo>
                    <a:pt x="856" y="1136"/>
                  </a:lnTo>
                  <a:lnTo>
                    <a:pt x="85" y="1843"/>
                  </a:lnTo>
                  <a:cubicBezTo>
                    <a:pt x="0" y="1928"/>
                    <a:pt x="0" y="2077"/>
                    <a:pt x="85" y="2133"/>
                  </a:cubicBezTo>
                  <a:cubicBezTo>
                    <a:pt x="121" y="2197"/>
                    <a:pt x="177" y="2225"/>
                    <a:pt x="234" y="2225"/>
                  </a:cubicBezTo>
                  <a:cubicBezTo>
                    <a:pt x="297" y="2225"/>
                    <a:pt x="326" y="2197"/>
                    <a:pt x="382" y="2162"/>
                  </a:cubicBezTo>
                  <a:lnTo>
                    <a:pt x="1444" y="1164"/>
                  </a:lnTo>
                  <a:lnTo>
                    <a:pt x="382" y="75"/>
                  </a:lnTo>
                  <a:cubicBezTo>
                    <a:pt x="335" y="23"/>
                    <a:pt x="276" y="1"/>
                    <a:pt x="21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1" name="Google Shape;171;p18"/>
          <p:cNvSpPr/>
          <p:nvPr/>
        </p:nvSpPr>
        <p:spPr>
          <a:xfrm>
            <a:off x="-1459469" y="3672639"/>
            <a:ext cx="2394769" cy="1973794"/>
          </a:xfrm>
          <a:custGeom>
            <a:avLst/>
            <a:gdLst/>
            <a:ahLst/>
            <a:cxnLst/>
            <a:rect l="l" t="t" r="r" b="b"/>
            <a:pathLst>
              <a:path w="42568" h="35085" extrusionOk="0">
                <a:moveTo>
                  <a:pt x="28184" y="1"/>
                </a:moveTo>
                <a:cubicBezTo>
                  <a:pt x="27147" y="1"/>
                  <a:pt x="26108" y="74"/>
                  <a:pt x="25087" y="208"/>
                </a:cubicBezTo>
                <a:cubicBezTo>
                  <a:pt x="23049" y="477"/>
                  <a:pt x="21019" y="979"/>
                  <a:pt x="19130" y="1771"/>
                </a:cubicBezTo>
                <a:cubicBezTo>
                  <a:pt x="14857" y="3603"/>
                  <a:pt x="12530" y="8343"/>
                  <a:pt x="9049" y="11237"/>
                </a:cubicBezTo>
                <a:cubicBezTo>
                  <a:pt x="6750" y="13118"/>
                  <a:pt x="3920" y="13918"/>
                  <a:pt x="2357" y="16514"/>
                </a:cubicBezTo>
                <a:cubicBezTo>
                  <a:pt x="616" y="19344"/>
                  <a:pt x="1" y="22527"/>
                  <a:pt x="1182" y="25739"/>
                </a:cubicBezTo>
                <a:cubicBezTo>
                  <a:pt x="1239" y="25824"/>
                  <a:pt x="1267" y="25944"/>
                  <a:pt x="1296" y="26065"/>
                </a:cubicBezTo>
                <a:cubicBezTo>
                  <a:pt x="2654" y="29276"/>
                  <a:pt x="5484" y="31752"/>
                  <a:pt x="8695" y="33167"/>
                </a:cubicBezTo>
                <a:cubicBezTo>
                  <a:pt x="11999" y="34639"/>
                  <a:pt x="15685" y="35049"/>
                  <a:pt x="19279" y="35084"/>
                </a:cubicBezTo>
                <a:cubicBezTo>
                  <a:pt x="22519" y="35084"/>
                  <a:pt x="25822" y="34759"/>
                  <a:pt x="28624" y="33167"/>
                </a:cubicBezTo>
                <a:cubicBezTo>
                  <a:pt x="31807" y="31335"/>
                  <a:pt x="32097" y="28951"/>
                  <a:pt x="33307" y="25916"/>
                </a:cubicBezTo>
                <a:cubicBezTo>
                  <a:pt x="34340" y="23320"/>
                  <a:pt x="36936" y="21403"/>
                  <a:pt x="38641" y="19280"/>
                </a:cubicBezTo>
                <a:cubicBezTo>
                  <a:pt x="41032" y="16337"/>
                  <a:pt x="42567" y="12411"/>
                  <a:pt x="41683" y="8697"/>
                </a:cubicBezTo>
                <a:cubicBezTo>
                  <a:pt x="40884" y="5400"/>
                  <a:pt x="38231" y="2719"/>
                  <a:pt x="35104" y="1333"/>
                </a:cubicBezTo>
                <a:cubicBezTo>
                  <a:pt x="32933" y="387"/>
                  <a:pt x="30559" y="1"/>
                  <a:pt x="28184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18"/>
          <p:cNvSpPr txBox="1">
            <a:spLocks noGrp="1"/>
          </p:cNvSpPr>
          <p:nvPr>
            <p:ph type="title"/>
          </p:nvPr>
        </p:nvSpPr>
        <p:spPr>
          <a:xfrm>
            <a:off x="935300" y="1193100"/>
            <a:ext cx="3519600" cy="164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73" name="Google Shape;173;p18"/>
          <p:cNvSpPr txBox="1">
            <a:spLocks noGrp="1"/>
          </p:cNvSpPr>
          <p:nvPr>
            <p:ph type="subTitle" idx="1"/>
          </p:nvPr>
        </p:nvSpPr>
        <p:spPr>
          <a:xfrm>
            <a:off x="935300" y="2794716"/>
            <a:ext cx="3519600" cy="86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4" name="Google Shape;174;p18"/>
          <p:cNvSpPr>
            <a:spLocks noGrp="1"/>
          </p:cNvSpPr>
          <p:nvPr>
            <p:ph type="pic" idx="2"/>
          </p:nvPr>
        </p:nvSpPr>
        <p:spPr>
          <a:xfrm>
            <a:off x="5273100" y="533863"/>
            <a:ext cx="2910000" cy="4075800"/>
          </a:xfrm>
          <a:prstGeom prst="rect">
            <a:avLst/>
          </a:prstGeom>
          <a:noFill/>
          <a:ln>
            <a:noFill/>
          </a:ln>
        </p:spPr>
      </p:sp>
      <p:sp>
        <p:nvSpPr>
          <p:cNvPr id="175" name="Google Shape;175;p18"/>
          <p:cNvSpPr/>
          <p:nvPr/>
        </p:nvSpPr>
        <p:spPr>
          <a:xfrm rot="5400000">
            <a:off x="2150850" y="-1761150"/>
            <a:ext cx="4842300" cy="8665800"/>
          </a:xfrm>
          <a:prstGeom prst="bracketPair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4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9"/>
          <p:cNvSpPr/>
          <p:nvPr/>
        </p:nvSpPr>
        <p:spPr>
          <a:xfrm rot="-5400000">
            <a:off x="7973900" y="246170"/>
            <a:ext cx="2496096" cy="1582356"/>
          </a:xfrm>
          <a:custGeom>
            <a:avLst/>
            <a:gdLst/>
            <a:ahLst/>
            <a:cxnLst/>
            <a:rect l="l" t="t" r="r" b="b"/>
            <a:pathLst>
              <a:path w="47371" h="30030" extrusionOk="0">
                <a:moveTo>
                  <a:pt x="30713" y="1"/>
                </a:moveTo>
                <a:cubicBezTo>
                  <a:pt x="29748" y="1"/>
                  <a:pt x="28782" y="127"/>
                  <a:pt x="27824" y="424"/>
                </a:cubicBezTo>
                <a:cubicBezTo>
                  <a:pt x="26233" y="898"/>
                  <a:pt x="24733" y="1605"/>
                  <a:pt x="23077" y="1931"/>
                </a:cubicBezTo>
                <a:cubicBezTo>
                  <a:pt x="22133" y="2112"/>
                  <a:pt x="21172" y="2158"/>
                  <a:pt x="20205" y="2158"/>
                </a:cubicBezTo>
                <a:cubicBezTo>
                  <a:pt x="19185" y="2158"/>
                  <a:pt x="18159" y="2106"/>
                  <a:pt x="17142" y="2106"/>
                </a:cubicBezTo>
                <a:cubicBezTo>
                  <a:pt x="15844" y="2106"/>
                  <a:pt x="14560" y="2191"/>
                  <a:pt x="13322" y="2574"/>
                </a:cubicBezTo>
                <a:cubicBezTo>
                  <a:pt x="11079" y="3282"/>
                  <a:pt x="9198" y="4966"/>
                  <a:pt x="8250" y="7088"/>
                </a:cubicBezTo>
                <a:cubicBezTo>
                  <a:pt x="7514" y="8708"/>
                  <a:pt x="7337" y="10505"/>
                  <a:pt x="6453" y="12012"/>
                </a:cubicBezTo>
                <a:cubicBezTo>
                  <a:pt x="5158" y="14247"/>
                  <a:pt x="2590" y="15513"/>
                  <a:pt x="1296" y="17756"/>
                </a:cubicBezTo>
                <a:cubicBezTo>
                  <a:pt x="1" y="20055"/>
                  <a:pt x="355" y="23062"/>
                  <a:pt x="1798" y="25304"/>
                </a:cubicBezTo>
                <a:cubicBezTo>
                  <a:pt x="1883" y="25389"/>
                  <a:pt x="1946" y="25509"/>
                  <a:pt x="2031" y="25630"/>
                </a:cubicBezTo>
                <a:cubicBezTo>
                  <a:pt x="3687" y="27865"/>
                  <a:pt x="6340" y="29195"/>
                  <a:pt x="9077" y="29726"/>
                </a:cubicBezTo>
                <a:cubicBezTo>
                  <a:pt x="10189" y="29941"/>
                  <a:pt x="11314" y="30029"/>
                  <a:pt x="12442" y="30029"/>
                </a:cubicBezTo>
                <a:cubicBezTo>
                  <a:pt x="14099" y="30029"/>
                  <a:pt x="15761" y="29838"/>
                  <a:pt x="17390" y="29577"/>
                </a:cubicBezTo>
                <a:cubicBezTo>
                  <a:pt x="18897" y="29344"/>
                  <a:pt x="20425" y="29047"/>
                  <a:pt x="21960" y="29018"/>
                </a:cubicBezTo>
                <a:cubicBezTo>
                  <a:pt x="22130" y="29012"/>
                  <a:pt x="22300" y="29010"/>
                  <a:pt x="22470" y="29010"/>
                </a:cubicBezTo>
                <a:cubicBezTo>
                  <a:pt x="24892" y="29010"/>
                  <a:pt x="27287" y="29585"/>
                  <a:pt x="29713" y="29698"/>
                </a:cubicBezTo>
                <a:cubicBezTo>
                  <a:pt x="29922" y="29707"/>
                  <a:pt x="30132" y="29711"/>
                  <a:pt x="30343" y="29711"/>
                </a:cubicBezTo>
                <a:cubicBezTo>
                  <a:pt x="32751" y="29711"/>
                  <a:pt x="35268" y="29093"/>
                  <a:pt x="36816" y="27278"/>
                </a:cubicBezTo>
                <a:cubicBezTo>
                  <a:pt x="37672" y="26274"/>
                  <a:pt x="38139" y="25007"/>
                  <a:pt x="39143" y="24123"/>
                </a:cubicBezTo>
                <a:cubicBezTo>
                  <a:pt x="40120" y="23295"/>
                  <a:pt x="41414" y="22977"/>
                  <a:pt x="42560" y="22383"/>
                </a:cubicBezTo>
                <a:cubicBezTo>
                  <a:pt x="44859" y="21173"/>
                  <a:pt x="46366" y="18789"/>
                  <a:pt x="46869" y="16256"/>
                </a:cubicBezTo>
                <a:cubicBezTo>
                  <a:pt x="47371" y="13717"/>
                  <a:pt x="46925" y="11064"/>
                  <a:pt x="45984" y="8651"/>
                </a:cubicBezTo>
                <a:cubicBezTo>
                  <a:pt x="44541" y="4966"/>
                  <a:pt x="40735" y="2751"/>
                  <a:pt x="37141" y="1428"/>
                </a:cubicBezTo>
                <a:cubicBezTo>
                  <a:pt x="35075" y="648"/>
                  <a:pt x="32897" y="1"/>
                  <a:pt x="30713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19"/>
          <p:cNvSpPr txBox="1">
            <a:spLocks noGrp="1"/>
          </p:cNvSpPr>
          <p:nvPr>
            <p:ph type="title"/>
          </p:nvPr>
        </p:nvSpPr>
        <p:spPr>
          <a:xfrm>
            <a:off x="932688" y="1637550"/>
            <a:ext cx="3597900" cy="106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79" name="Google Shape;179;p19"/>
          <p:cNvSpPr txBox="1">
            <a:spLocks noGrp="1"/>
          </p:cNvSpPr>
          <p:nvPr>
            <p:ph type="subTitle" idx="1"/>
          </p:nvPr>
        </p:nvSpPr>
        <p:spPr>
          <a:xfrm>
            <a:off x="932688" y="2669243"/>
            <a:ext cx="3597900" cy="80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0" name="Google Shape;180;p19"/>
          <p:cNvSpPr/>
          <p:nvPr/>
        </p:nvSpPr>
        <p:spPr>
          <a:xfrm rot="5400000">
            <a:off x="2150850" y="-1761150"/>
            <a:ext cx="4842300" cy="8665800"/>
          </a:xfrm>
          <a:prstGeom prst="bracketPair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19"/>
          <p:cNvSpPr/>
          <p:nvPr/>
        </p:nvSpPr>
        <p:spPr>
          <a:xfrm>
            <a:off x="8567075" y="802150"/>
            <a:ext cx="289200" cy="258300"/>
          </a:xfrm>
          <a:prstGeom prst="bracePair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19"/>
          <p:cNvSpPr/>
          <p:nvPr/>
        </p:nvSpPr>
        <p:spPr>
          <a:xfrm>
            <a:off x="8781950" y="1400425"/>
            <a:ext cx="215100" cy="258300"/>
          </a:xfrm>
          <a:prstGeom prst="bracketPair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3" name="Google Shape;183;p19"/>
          <p:cNvGrpSpPr/>
          <p:nvPr/>
        </p:nvGrpSpPr>
        <p:grpSpPr>
          <a:xfrm>
            <a:off x="8670104" y="4402872"/>
            <a:ext cx="234788" cy="188409"/>
            <a:chOff x="4424582" y="1819850"/>
            <a:chExt cx="98427" cy="78984"/>
          </a:xfrm>
        </p:grpSpPr>
        <p:sp>
          <p:nvSpPr>
            <p:cNvPr id="184" name="Google Shape;184;p19"/>
            <p:cNvSpPr/>
            <p:nvPr/>
          </p:nvSpPr>
          <p:spPr>
            <a:xfrm>
              <a:off x="4470495" y="1819850"/>
              <a:ext cx="52514" cy="78984"/>
            </a:xfrm>
            <a:custGeom>
              <a:avLst/>
              <a:gdLst/>
              <a:ahLst/>
              <a:cxnLst/>
              <a:rect l="l" t="t" r="r" b="b"/>
              <a:pathLst>
                <a:path w="1480" h="2226" extrusionOk="0">
                  <a:moveTo>
                    <a:pt x="219" y="1"/>
                  </a:moveTo>
                  <a:cubicBezTo>
                    <a:pt x="174" y="1"/>
                    <a:pt x="130" y="15"/>
                    <a:pt x="93" y="39"/>
                  </a:cubicBezTo>
                  <a:cubicBezTo>
                    <a:pt x="1" y="131"/>
                    <a:pt x="1" y="280"/>
                    <a:pt x="93" y="365"/>
                  </a:cubicBezTo>
                  <a:lnTo>
                    <a:pt x="857" y="1136"/>
                  </a:lnTo>
                  <a:lnTo>
                    <a:pt x="93" y="1843"/>
                  </a:lnTo>
                  <a:cubicBezTo>
                    <a:pt x="1" y="1928"/>
                    <a:pt x="1" y="2077"/>
                    <a:pt x="93" y="2133"/>
                  </a:cubicBezTo>
                  <a:cubicBezTo>
                    <a:pt x="121" y="2197"/>
                    <a:pt x="178" y="2225"/>
                    <a:pt x="241" y="2225"/>
                  </a:cubicBezTo>
                  <a:cubicBezTo>
                    <a:pt x="298" y="2225"/>
                    <a:pt x="355" y="2197"/>
                    <a:pt x="383" y="2162"/>
                  </a:cubicBezTo>
                  <a:lnTo>
                    <a:pt x="1479" y="1164"/>
                  </a:lnTo>
                  <a:lnTo>
                    <a:pt x="383" y="75"/>
                  </a:lnTo>
                  <a:cubicBezTo>
                    <a:pt x="335" y="23"/>
                    <a:pt x="277" y="1"/>
                    <a:pt x="219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185;p19"/>
            <p:cNvSpPr/>
            <p:nvPr/>
          </p:nvSpPr>
          <p:spPr>
            <a:xfrm>
              <a:off x="4424582" y="1819850"/>
              <a:ext cx="51237" cy="78984"/>
            </a:xfrm>
            <a:custGeom>
              <a:avLst/>
              <a:gdLst/>
              <a:ahLst/>
              <a:cxnLst/>
              <a:rect l="l" t="t" r="r" b="b"/>
              <a:pathLst>
                <a:path w="1444" h="2226" extrusionOk="0">
                  <a:moveTo>
                    <a:pt x="218" y="1"/>
                  </a:moveTo>
                  <a:cubicBezTo>
                    <a:pt x="172" y="1"/>
                    <a:pt x="126" y="15"/>
                    <a:pt x="85" y="39"/>
                  </a:cubicBezTo>
                  <a:cubicBezTo>
                    <a:pt x="0" y="131"/>
                    <a:pt x="0" y="280"/>
                    <a:pt x="85" y="365"/>
                  </a:cubicBezTo>
                  <a:lnTo>
                    <a:pt x="856" y="1136"/>
                  </a:lnTo>
                  <a:lnTo>
                    <a:pt x="85" y="1843"/>
                  </a:lnTo>
                  <a:cubicBezTo>
                    <a:pt x="0" y="1928"/>
                    <a:pt x="0" y="2077"/>
                    <a:pt x="85" y="2133"/>
                  </a:cubicBezTo>
                  <a:cubicBezTo>
                    <a:pt x="121" y="2197"/>
                    <a:pt x="177" y="2225"/>
                    <a:pt x="234" y="2225"/>
                  </a:cubicBezTo>
                  <a:cubicBezTo>
                    <a:pt x="297" y="2225"/>
                    <a:pt x="326" y="2197"/>
                    <a:pt x="382" y="2162"/>
                  </a:cubicBezTo>
                  <a:lnTo>
                    <a:pt x="1444" y="1164"/>
                  </a:lnTo>
                  <a:lnTo>
                    <a:pt x="382" y="75"/>
                  </a:lnTo>
                  <a:cubicBezTo>
                    <a:pt x="335" y="23"/>
                    <a:pt x="276" y="1"/>
                    <a:pt x="218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6" name="Google Shape;186;p19"/>
          <p:cNvSpPr/>
          <p:nvPr/>
        </p:nvSpPr>
        <p:spPr>
          <a:xfrm rot="-6789333">
            <a:off x="-1733103" y="2480416"/>
            <a:ext cx="2259312" cy="2189763"/>
          </a:xfrm>
          <a:custGeom>
            <a:avLst/>
            <a:gdLst/>
            <a:ahLst/>
            <a:cxnLst/>
            <a:rect l="l" t="t" r="r" b="b"/>
            <a:pathLst>
              <a:path w="34694" h="33626" extrusionOk="0">
                <a:moveTo>
                  <a:pt x="26961" y="0"/>
                </a:moveTo>
                <a:cubicBezTo>
                  <a:pt x="26141" y="0"/>
                  <a:pt x="25322" y="151"/>
                  <a:pt x="24556" y="464"/>
                </a:cubicBezTo>
                <a:cubicBezTo>
                  <a:pt x="21698" y="1610"/>
                  <a:pt x="20134" y="4617"/>
                  <a:pt x="17835" y="6683"/>
                </a:cubicBezTo>
                <a:cubicBezTo>
                  <a:pt x="14743" y="9484"/>
                  <a:pt x="10676" y="9541"/>
                  <a:pt x="7223" y="11514"/>
                </a:cubicBezTo>
                <a:cubicBezTo>
                  <a:pt x="4217" y="13226"/>
                  <a:pt x="1712" y="16000"/>
                  <a:pt x="680" y="19332"/>
                </a:cubicBezTo>
                <a:cubicBezTo>
                  <a:pt x="121" y="21065"/>
                  <a:pt x="0" y="23223"/>
                  <a:pt x="382" y="25281"/>
                </a:cubicBezTo>
                <a:cubicBezTo>
                  <a:pt x="800" y="27432"/>
                  <a:pt x="1769" y="29441"/>
                  <a:pt x="3361" y="30679"/>
                </a:cubicBezTo>
                <a:cubicBezTo>
                  <a:pt x="6075" y="32748"/>
                  <a:pt x="9754" y="33625"/>
                  <a:pt x="13212" y="33625"/>
                </a:cubicBezTo>
                <a:cubicBezTo>
                  <a:pt x="14035" y="33625"/>
                  <a:pt x="14846" y="33576"/>
                  <a:pt x="15628" y="33480"/>
                </a:cubicBezTo>
                <a:cubicBezTo>
                  <a:pt x="16066" y="33417"/>
                  <a:pt x="16512" y="33360"/>
                  <a:pt x="16922" y="33268"/>
                </a:cubicBezTo>
                <a:cubicBezTo>
                  <a:pt x="19455" y="32801"/>
                  <a:pt x="21931" y="31768"/>
                  <a:pt x="23763" y="29971"/>
                </a:cubicBezTo>
                <a:cubicBezTo>
                  <a:pt x="25765" y="27998"/>
                  <a:pt x="26798" y="25840"/>
                  <a:pt x="27767" y="23251"/>
                </a:cubicBezTo>
                <a:cubicBezTo>
                  <a:pt x="28892" y="20273"/>
                  <a:pt x="30774" y="17676"/>
                  <a:pt x="32217" y="14846"/>
                </a:cubicBezTo>
                <a:cubicBezTo>
                  <a:pt x="33667" y="12045"/>
                  <a:pt x="34693" y="8805"/>
                  <a:pt x="33929" y="5742"/>
                </a:cubicBezTo>
                <a:cubicBezTo>
                  <a:pt x="33427" y="3768"/>
                  <a:pt x="32160" y="1964"/>
                  <a:pt x="30420" y="938"/>
                </a:cubicBezTo>
                <a:cubicBezTo>
                  <a:pt x="29369" y="324"/>
                  <a:pt x="28163" y="0"/>
                  <a:pt x="2696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7" name="Google Shape;187;p19"/>
          <p:cNvGrpSpPr/>
          <p:nvPr/>
        </p:nvGrpSpPr>
        <p:grpSpPr>
          <a:xfrm rot="10800000">
            <a:off x="190746" y="3786397"/>
            <a:ext cx="234788" cy="188409"/>
            <a:chOff x="4424582" y="1819850"/>
            <a:chExt cx="98427" cy="78984"/>
          </a:xfrm>
        </p:grpSpPr>
        <p:sp>
          <p:nvSpPr>
            <p:cNvPr id="188" name="Google Shape;188;p19"/>
            <p:cNvSpPr/>
            <p:nvPr/>
          </p:nvSpPr>
          <p:spPr>
            <a:xfrm>
              <a:off x="4470495" y="1819850"/>
              <a:ext cx="52514" cy="78984"/>
            </a:xfrm>
            <a:custGeom>
              <a:avLst/>
              <a:gdLst/>
              <a:ahLst/>
              <a:cxnLst/>
              <a:rect l="l" t="t" r="r" b="b"/>
              <a:pathLst>
                <a:path w="1480" h="2226" extrusionOk="0">
                  <a:moveTo>
                    <a:pt x="219" y="1"/>
                  </a:moveTo>
                  <a:cubicBezTo>
                    <a:pt x="174" y="1"/>
                    <a:pt x="130" y="15"/>
                    <a:pt x="93" y="39"/>
                  </a:cubicBezTo>
                  <a:cubicBezTo>
                    <a:pt x="1" y="131"/>
                    <a:pt x="1" y="280"/>
                    <a:pt x="93" y="365"/>
                  </a:cubicBezTo>
                  <a:lnTo>
                    <a:pt x="857" y="1136"/>
                  </a:lnTo>
                  <a:lnTo>
                    <a:pt x="93" y="1843"/>
                  </a:lnTo>
                  <a:cubicBezTo>
                    <a:pt x="1" y="1928"/>
                    <a:pt x="1" y="2077"/>
                    <a:pt x="93" y="2133"/>
                  </a:cubicBezTo>
                  <a:cubicBezTo>
                    <a:pt x="121" y="2197"/>
                    <a:pt x="178" y="2225"/>
                    <a:pt x="241" y="2225"/>
                  </a:cubicBezTo>
                  <a:cubicBezTo>
                    <a:pt x="298" y="2225"/>
                    <a:pt x="355" y="2197"/>
                    <a:pt x="383" y="2162"/>
                  </a:cubicBezTo>
                  <a:lnTo>
                    <a:pt x="1479" y="1164"/>
                  </a:lnTo>
                  <a:lnTo>
                    <a:pt x="383" y="75"/>
                  </a:lnTo>
                  <a:cubicBezTo>
                    <a:pt x="335" y="23"/>
                    <a:pt x="277" y="1"/>
                    <a:pt x="219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89;p19"/>
            <p:cNvSpPr/>
            <p:nvPr/>
          </p:nvSpPr>
          <p:spPr>
            <a:xfrm>
              <a:off x="4424582" y="1819850"/>
              <a:ext cx="51237" cy="78984"/>
            </a:xfrm>
            <a:custGeom>
              <a:avLst/>
              <a:gdLst/>
              <a:ahLst/>
              <a:cxnLst/>
              <a:rect l="l" t="t" r="r" b="b"/>
              <a:pathLst>
                <a:path w="1444" h="2226" extrusionOk="0">
                  <a:moveTo>
                    <a:pt x="218" y="1"/>
                  </a:moveTo>
                  <a:cubicBezTo>
                    <a:pt x="172" y="1"/>
                    <a:pt x="126" y="15"/>
                    <a:pt x="85" y="39"/>
                  </a:cubicBezTo>
                  <a:cubicBezTo>
                    <a:pt x="0" y="131"/>
                    <a:pt x="0" y="280"/>
                    <a:pt x="85" y="365"/>
                  </a:cubicBezTo>
                  <a:lnTo>
                    <a:pt x="856" y="1136"/>
                  </a:lnTo>
                  <a:lnTo>
                    <a:pt x="85" y="1843"/>
                  </a:lnTo>
                  <a:cubicBezTo>
                    <a:pt x="0" y="1928"/>
                    <a:pt x="0" y="2077"/>
                    <a:pt x="85" y="2133"/>
                  </a:cubicBezTo>
                  <a:cubicBezTo>
                    <a:pt x="121" y="2197"/>
                    <a:pt x="177" y="2225"/>
                    <a:pt x="234" y="2225"/>
                  </a:cubicBezTo>
                  <a:cubicBezTo>
                    <a:pt x="297" y="2225"/>
                    <a:pt x="326" y="2197"/>
                    <a:pt x="382" y="2162"/>
                  </a:cubicBezTo>
                  <a:lnTo>
                    <a:pt x="1444" y="1164"/>
                  </a:lnTo>
                  <a:lnTo>
                    <a:pt x="382" y="75"/>
                  </a:lnTo>
                  <a:cubicBezTo>
                    <a:pt x="335" y="23"/>
                    <a:pt x="276" y="1"/>
                    <a:pt x="21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4_1"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0"/>
          <p:cNvSpPr/>
          <p:nvPr/>
        </p:nvSpPr>
        <p:spPr>
          <a:xfrm>
            <a:off x="7976781" y="2695589"/>
            <a:ext cx="2394769" cy="1973794"/>
          </a:xfrm>
          <a:custGeom>
            <a:avLst/>
            <a:gdLst/>
            <a:ahLst/>
            <a:cxnLst/>
            <a:rect l="l" t="t" r="r" b="b"/>
            <a:pathLst>
              <a:path w="42568" h="35085" extrusionOk="0">
                <a:moveTo>
                  <a:pt x="28184" y="1"/>
                </a:moveTo>
                <a:cubicBezTo>
                  <a:pt x="27147" y="1"/>
                  <a:pt x="26108" y="74"/>
                  <a:pt x="25087" y="208"/>
                </a:cubicBezTo>
                <a:cubicBezTo>
                  <a:pt x="23049" y="477"/>
                  <a:pt x="21019" y="979"/>
                  <a:pt x="19130" y="1771"/>
                </a:cubicBezTo>
                <a:cubicBezTo>
                  <a:pt x="14857" y="3603"/>
                  <a:pt x="12530" y="8343"/>
                  <a:pt x="9049" y="11237"/>
                </a:cubicBezTo>
                <a:cubicBezTo>
                  <a:pt x="6750" y="13118"/>
                  <a:pt x="3920" y="13918"/>
                  <a:pt x="2357" y="16514"/>
                </a:cubicBezTo>
                <a:cubicBezTo>
                  <a:pt x="616" y="19344"/>
                  <a:pt x="1" y="22527"/>
                  <a:pt x="1182" y="25739"/>
                </a:cubicBezTo>
                <a:cubicBezTo>
                  <a:pt x="1239" y="25824"/>
                  <a:pt x="1267" y="25944"/>
                  <a:pt x="1296" y="26065"/>
                </a:cubicBezTo>
                <a:cubicBezTo>
                  <a:pt x="2654" y="29276"/>
                  <a:pt x="5484" y="31752"/>
                  <a:pt x="8695" y="33167"/>
                </a:cubicBezTo>
                <a:cubicBezTo>
                  <a:pt x="11999" y="34639"/>
                  <a:pt x="15685" y="35049"/>
                  <a:pt x="19279" y="35084"/>
                </a:cubicBezTo>
                <a:cubicBezTo>
                  <a:pt x="22519" y="35084"/>
                  <a:pt x="25822" y="34759"/>
                  <a:pt x="28624" y="33167"/>
                </a:cubicBezTo>
                <a:cubicBezTo>
                  <a:pt x="31807" y="31335"/>
                  <a:pt x="32097" y="28951"/>
                  <a:pt x="33307" y="25916"/>
                </a:cubicBezTo>
                <a:cubicBezTo>
                  <a:pt x="34340" y="23320"/>
                  <a:pt x="36936" y="21403"/>
                  <a:pt x="38641" y="19280"/>
                </a:cubicBezTo>
                <a:cubicBezTo>
                  <a:pt x="41032" y="16337"/>
                  <a:pt x="42567" y="12411"/>
                  <a:pt x="41683" y="8697"/>
                </a:cubicBezTo>
                <a:cubicBezTo>
                  <a:pt x="40884" y="5400"/>
                  <a:pt x="38231" y="2719"/>
                  <a:pt x="35104" y="1333"/>
                </a:cubicBezTo>
                <a:cubicBezTo>
                  <a:pt x="32933" y="387"/>
                  <a:pt x="30559" y="1"/>
                  <a:pt x="28184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p20"/>
          <p:cNvSpPr/>
          <p:nvPr/>
        </p:nvSpPr>
        <p:spPr>
          <a:xfrm>
            <a:off x="112114" y="770884"/>
            <a:ext cx="815928" cy="1020576"/>
          </a:xfrm>
          <a:custGeom>
            <a:avLst/>
            <a:gdLst/>
            <a:ahLst/>
            <a:cxnLst/>
            <a:rect l="l" t="t" r="r" b="b"/>
            <a:pathLst>
              <a:path w="7690" h="9619" extrusionOk="0">
                <a:moveTo>
                  <a:pt x="1814" y="0"/>
                </a:moveTo>
                <a:cubicBezTo>
                  <a:pt x="1314" y="0"/>
                  <a:pt x="835" y="161"/>
                  <a:pt x="503" y="527"/>
                </a:cubicBezTo>
                <a:cubicBezTo>
                  <a:pt x="114" y="938"/>
                  <a:pt x="1" y="1532"/>
                  <a:pt x="29" y="2063"/>
                </a:cubicBezTo>
                <a:cubicBezTo>
                  <a:pt x="57" y="2621"/>
                  <a:pt x="234" y="3152"/>
                  <a:pt x="383" y="3683"/>
                </a:cubicBezTo>
                <a:cubicBezTo>
                  <a:pt x="913" y="5777"/>
                  <a:pt x="149" y="9017"/>
                  <a:pt x="3064" y="9547"/>
                </a:cubicBezTo>
                <a:cubicBezTo>
                  <a:pt x="3307" y="9596"/>
                  <a:pt x="3542" y="9619"/>
                  <a:pt x="3768" y="9619"/>
                </a:cubicBezTo>
                <a:cubicBezTo>
                  <a:pt x="6281" y="9619"/>
                  <a:pt x="7690" y="6774"/>
                  <a:pt x="7365" y="4418"/>
                </a:cubicBezTo>
                <a:cubicBezTo>
                  <a:pt x="7252" y="3739"/>
                  <a:pt x="6983" y="3060"/>
                  <a:pt x="6573" y="2501"/>
                </a:cubicBezTo>
                <a:cubicBezTo>
                  <a:pt x="6276" y="2119"/>
                  <a:pt x="5922" y="1822"/>
                  <a:pt x="5512" y="1589"/>
                </a:cubicBezTo>
                <a:cubicBezTo>
                  <a:pt x="5129" y="1383"/>
                  <a:pt x="4684" y="1263"/>
                  <a:pt x="4274" y="1058"/>
                </a:cubicBezTo>
                <a:cubicBezTo>
                  <a:pt x="3863" y="825"/>
                  <a:pt x="3474" y="527"/>
                  <a:pt x="3064" y="322"/>
                </a:cubicBezTo>
                <a:cubicBezTo>
                  <a:pt x="2683" y="117"/>
                  <a:pt x="2240" y="0"/>
                  <a:pt x="1814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3" name="Google Shape;193;p20"/>
          <p:cNvGrpSpPr/>
          <p:nvPr/>
        </p:nvGrpSpPr>
        <p:grpSpPr>
          <a:xfrm>
            <a:off x="8585515" y="3621775"/>
            <a:ext cx="360758" cy="258297"/>
            <a:chOff x="4992850" y="4345375"/>
            <a:chExt cx="607336" cy="638400"/>
          </a:xfrm>
        </p:grpSpPr>
        <p:sp>
          <p:nvSpPr>
            <p:cNvPr id="194" name="Google Shape;194;p20"/>
            <p:cNvSpPr/>
            <p:nvPr/>
          </p:nvSpPr>
          <p:spPr>
            <a:xfrm>
              <a:off x="4992850" y="4345375"/>
              <a:ext cx="225900" cy="638400"/>
            </a:xfrm>
            <a:prstGeom prst="leftBrace">
              <a:avLst>
                <a:gd name="adj1" fmla="val 2174"/>
                <a:gd name="adj2" fmla="val 50000"/>
              </a:avLst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Google Shape;195;p20"/>
            <p:cNvSpPr/>
            <p:nvPr/>
          </p:nvSpPr>
          <p:spPr>
            <a:xfrm rot="10800000">
              <a:off x="5374286" y="4345375"/>
              <a:ext cx="225900" cy="638400"/>
            </a:xfrm>
            <a:prstGeom prst="leftBrace">
              <a:avLst>
                <a:gd name="adj1" fmla="val 2174"/>
                <a:gd name="adj2" fmla="val 50000"/>
              </a:avLst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6" name="Google Shape;196;p20"/>
          <p:cNvSpPr/>
          <p:nvPr/>
        </p:nvSpPr>
        <p:spPr>
          <a:xfrm>
            <a:off x="367550" y="1105800"/>
            <a:ext cx="215100" cy="258300"/>
          </a:xfrm>
          <a:prstGeom prst="bracketPair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p20"/>
          <p:cNvSpPr txBox="1">
            <a:spLocks noGrp="1"/>
          </p:cNvSpPr>
          <p:nvPr>
            <p:ph type="title"/>
          </p:nvPr>
        </p:nvSpPr>
        <p:spPr>
          <a:xfrm>
            <a:off x="4412838" y="1795575"/>
            <a:ext cx="3593400" cy="668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98" name="Google Shape;198;p20"/>
          <p:cNvSpPr txBox="1">
            <a:spLocks noGrp="1"/>
          </p:cNvSpPr>
          <p:nvPr>
            <p:ph type="subTitle" idx="1"/>
          </p:nvPr>
        </p:nvSpPr>
        <p:spPr>
          <a:xfrm>
            <a:off x="4413013" y="2432218"/>
            <a:ext cx="3593400" cy="88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9" name="Google Shape;199;p20"/>
          <p:cNvSpPr/>
          <p:nvPr/>
        </p:nvSpPr>
        <p:spPr>
          <a:xfrm rot="5400000">
            <a:off x="2150850" y="-1761150"/>
            <a:ext cx="4842300" cy="8665800"/>
          </a:xfrm>
          <a:prstGeom prst="bracketPair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CUSTOM_4_2_1"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21"/>
          <p:cNvSpPr/>
          <p:nvPr/>
        </p:nvSpPr>
        <p:spPr>
          <a:xfrm rot="4509842">
            <a:off x="-698209" y="3502619"/>
            <a:ext cx="2394790" cy="1973811"/>
          </a:xfrm>
          <a:custGeom>
            <a:avLst/>
            <a:gdLst/>
            <a:ahLst/>
            <a:cxnLst/>
            <a:rect l="l" t="t" r="r" b="b"/>
            <a:pathLst>
              <a:path w="42568" h="35085" extrusionOk="0">
                <a:moveTo>
                  <a:pt x="28184" y="1"/>
                </a:moveTo>
                <a:cubicBezTo>
                  <a:pt x="27147" y="1"/>
                  <a:pt x="26108" y="74"/>
                  <a:pt x="25087" y="208"/>
                </a:cubicBezTo>
                <a:cubicBezTo>
                  <a:pt x="23049" y="477"/>
                  <a:pt x="21019" y="979"/>
                  <a:pt x="19130" y="1771"/>
                </a:cubicBezTo>
                <a:cubicBezTo>
                  <a:pt x="14857" y="3603"/>
                  <a:pt x="12530" y="8343"/>
                  <a:pt x="9049" y="11237"/>
                </a:cubicBezTo>
                <a:cubicBezTo>
                  <a:pt x="6750" y="13118"/>
                  <a:pt x="3920" y="13918"/>
                  <a:pt x="2357" y="16514"/>
                </a:cubicBezTo>
                <a:cubicBezTo>
                  <a:pt x="616" y="19344"/>
                  <a:pt x="1" y="22527"/>
                  <a:pt x="1182" y="25739"/>
                </a:cubicBezTo>
                <a:cubicBezTo>
                  <a:pt x="1239" y="25824"/>
                  <a:pt x="1267" y="25944"/>
                  <a:pt x="1296" y="26065"/>
                </a:cubicBezTo>
                <a:cubicBezTo>
                  <a:pt x="2654" y="29276"/>
                  <a:pt x="5484" y="31752"/>
                  <a:pt x="8695" y="33167"/>
                </a:cubicBezTo>
                <a:cubicBezTo>
                  <a:pt x="11999" y="34639"/>
                  <a:pt x="15685" y="35049"/>
                  <a:pt x="19279" y="35084"/>
                </a:cubicBezTo>
                <a:cubicBezTo>
                  <a:pt x="22519" y="35084"/>
                  <a:pt x="25822" y="34759"/>
                  <a:pt x="28624" y="33167"/>
                </a:cubicBezTo>
                <a:cubicBezTo>
                  <a:pt x="31807" y="31335"/>
                  <a:pt x="32097" y="28951"/>
                  <a:pt x="33307" y="25916"/>
                </a:cubicBezTo>
                <a:cubicBezTo>
                  <a:pt x="34340" y="23320"/>
                  <a:pt x="36936" y="21403"/>
                  <a:pt x="38641" y="19280"/>
                </a:cubicBezTo>
                <a:cubicBezTo>
                  <a:pt x="41032" y="16337"/>
                  <a:pt x="42567" y="12411"/>
                  <a:pt x="41683" y="8697"/>
                </a:cubicBezTo>
                <a:cubicBezTo>
                  <a:pt x="40884" y="5400"/>
                  <a:pt x="38231" y="2719"/>
                  <a:pt x="35104" y="1333"/>
                </a:cubicBezTo>
                <a:cubicBezTo>
                  <a:pt x="32933" y="387"/>
                  <a:pt x="30559" y="1"/>
                  <a:pt x="28184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21"/>
          <p:cNvSpPr txBox="1">
            <a:spLocks noGrp="1"/>
          </p:cNvSpPr>
          <p:nvPr>
            <p:ph type="title"/>
          </p:nvPr>
        </p:nvSpPr>
        <p:spPr>
          <a:xfrm>
            <a:off x="1637988" y="1830263"/>
            <a:ext cx="3597900" cy="67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03" name="Google Shape;203;p21"/>
          <p:cNvSpPr txBox="1">
            <a:spLocks noGrp="1"/>
          </p:cNvSpPr>
          <p:nvPr>
            <p:ph type="subTitle" idx="1"/>
          </p:nvPr>
        </p:nvSpPr>
        <p:spPr>
          <a:xfrm>
            <a:off x="1637988" y="2468654"/>
            <a:ext cx="3597900" cy="80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4" name="Google Shape;204;p21"/>
          <p:cNvSpPr/>
          <p:nvPr/>
        </p:nvSpPr>
        <p:spPr>
          <a:xfrm rot="5400000">
            <a:off x="2150850" y="-1761150"/>
            <a:ext cx="4842300" cy="8665800"/>
          </a:xfrm>
          <a:prstGeom prst="bracketPair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21"/>
          <p:cNvSpPr/>
          <p:nvPr/>
        </p:nvSpPr>
        <p:spPr>
          <a:xfrm rot="-3555120">
            <a:off x="8386891" y="372220"/>
            <a:ext cx="1858693" cy="1745210"/>
          </a:xfrm>
          <a:custGeom>
            <a:avLst/>
            <a:gdLst/>
            <a:ahLst/>
            <a:cxnLst/>
            <a:rect l="l" t="t" r="r" b="b"/>
            <a:pathLst>
              <a:path w="13414" h="12595" extrusionOk="0">
                <a:moveTo>
                  <a:pt x="6393" y="1"/>
                </a:moveTo>
                <a:cubicBezTo>
                  <a:pt x="6010" y="1"/>
                  <a:pt x="5626" y="38"/>
                  <a:pt x="5242" y="124"/>
                </a:cubicBezTo>
                <a:cubicBezTo>
                  <a:pt x="2766" y="598"/>
                  <a:pt x="354" y="2515"/>
                  <a:pt x="177" y="5048"/>
                </a:cubicBezTo>
                <a:cubicBezTo>
                  <a:pt x="0" y="7821"/>
                  <a:pt x="3063" y="10064"/>
                  <a:pt x="5129" y="11330"/>
                </a:cubicBezTo>
                <a:cubicBezTo>
                  <a:pt x="6309" y="12076"/>
                  <a:pt x="7558" y="12595"/>
                  <a:pt x="8729" y="12595"/>
                </a:cubicBezTo>
                <a:cubicBezTo>
                  <a:pt x="9868" y="12595"/>
                  <a:pt x="10932" y="12105"/>
                  <a:pt x="11786" y="10856"/>
                </a:cubicBezTo>
                <a:cubicBezTo>
                  <a:pt x="13144" y="8854"/>
                  <a:pt x="13413" y="6137"/>
                  <a:pt x="12409" y="3959"/>
                </a:cubicBezTo>
                <a:cubicBezTo>
                  <a:pt x="11404" y="1751"/>
                  <a:pt x="9169" y="160"/>
                  <a:pt x="6749" y="11"/>
                </a:cubicBezTo>
                <a:cubicBezTo>
                  <a:pt x="6631" y="4"/>
                  <a:pt x="6512" y="1"/>
                  <a:pt x="6393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6" name="Google Shape;206;p21"/>
          <p:cNvGrpSpPr/>
          <p:nvPr/>
        </p:nvGrpSpPr>
        <p:grpSpPr>
          <a:xfrm>
            <a:off x="239090" y="4005475"/>
            <a:ext cx="360758" cy="258297"/>
            <a:chOff x="4992850" y="4345375"/>
            <a:chExt cx="607336" cy="638400"/>
          </a:xfrm>
        </p:grpSpPr>
        <p:sp>
          <p:nvSpPr>
            <p:cNvPr id="207" name="Google Shape;207;p21"/>
            <p:cNvSpPr/>
            <p:nvPr/>
          </p:nvSpPr>
          <p:spPr>
            <a:xfrm>
              <a:off x="4992850" y="4345375"/>
              <a:ext cx="225900" cy="638400"/>
            </a:xfrm>
            <a:prstGeom prst="leftBrace">
              <a:avLst>
                <a:gd name="adj1" fmla="val 2174"/>
                <a:gd name="adj2" fmla="val 50000"/>
              </a:avLst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Google Shape;208;p21"/>
            <p:cNvSpPr/>
            <p:nvPr/>
          </p:nvSpPr>
          <p:spPr>
            <a:xfrm rot="10800000">
              <a:off x="5374286" y="4345375"/>
              <a:ext cx="225900" cy="638400"/>
            </a:xfrm>
            <a:prstGeom prst="leftBrace">
              <a:avLst>
                <a:gd name="adj1" fmla="val 2174"/>
                <a:gd name="adj2" fmla="val 50000"/>
              </a:avLst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9" name="Google Shape;209;p21"/>
          <p:cNvSpPr/>
          <p:nvPr/>
        </p:nvSpPr>
        <p:spPr>
          <a:xfrm>
            <a:off x="8323225" y="349900"/>
            <a:ext cx="215100" cy="258300"/>
          </a:xfrm>
          <a:prstGeom prst="bracketPair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0" name="Google Shape;210;p21"/>
          <p:cNvGrpSpPr/>
          <p:nvPr/>
        </p:nvGrpSpPr>
        <p:grpSpPr>
          <a:xfrm>
            <a:off x="8670104" y="1402472"/>
            <a:ext cx="234788" cy="188409"/>
            <a:chOff x="6428979" y="917397"/>
            <a:chExt cx="234788" cy="188409"/>
          </a:xfrm>
        </p:grpSpPr>
        <p:sp>
          <p:nvSpPr>
            <p:cNvPr id="211" name="Google Shape;211;p21"/>
            <p:cNvSpPr/>
            <p:nvPr/>
          </p:nvSpPr>
          <p:spPr>
            <a:xfrm>
              <a:off x="6538500" y="917397"/>
              <a:ext cx="125267" cy="188409"/>
            </a:xfrm>
            <a:custGeom>
              <a:avLst/>
              <a:gdLst/>
              <a:ahLst/>
              <a:cxnLst/>
              <a:rect l="l" t="t" r="r" b="b"/>
              <a:pathLst>
                <a:path w="1480" h="2226" extrusionOk="0">
                  <a:moveTo>
                    <a:pt x="219" y="1"/>
                  </a:moveTo>
                  <a:cubicBezTo>
                    <a:pt x="174" y="1"/>
                    <a:pt x="130" y="15"/>
                    <a:pt x="93" y="39"/>
                  </a:cubicBezTo>
                  <a:cubicBezTo>
                    <a:pt x="1" y="131"/>
                    <a:pt x="1" y="280"/>
                    <a:pt x="93" y="365"/>
                  </a:cubicBezTo>
                  <a:lnTo>
                    <a:pt x="857" y="1136"/>
                  </a:lnTo>
                  <a:lnTo>
                    <a:pt x="93" y="1843"/>
                  </a:lnTo>
                  <a:cubicBezTo>
                    <a:pt x="1" y="1928"/>
                    <a:pt x="1" y="2077"/>
                    <a:pt x="93" y="2133"/>
                  </a:cubicBezTo>
                  <a:cubicBezTo>
                    <a:pt x="121" y="2197"/>
                    <a:pt x="178" y="2225"/>
                    <a:pt x="241" y="2225"/>
                  </a:cubicBezTo>
                  <a:cubicBezTo>
                    <a:pt x="298" y="2225"/>
                    <a:pt x="355" y="2197"/>
                    <a:pt x="383" y="2162"/>
                  </a:cubicBezTo>
                  <a:lnTo>
                    <a:pt x="1479" y="1164"/>
                  </a:lnTo>
                  <a:lnTo>
                    <a:pt x="383" y="75"/>
                  </a:lnTo>
                  <a:cubicBezTo>
                    <a:pt x="335" y="23"/>
                    <a:pt x="277" y="1"/>
                    <a:pt x="219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21"/>
            <p:cNvSpPr/>
            <p:nvPr/>
          </p:nvSpPr>
          <p:spPr>
            <a:xfrm>
              <a:off x="6428979" y="917397"/>
              <a:ext cx="122220" cy="188409"/>
            </a:xfrm>
            <a:custGeom>
              <a:avLst/>
              <a:gdLst/>
              <a:ahLst/>
              <a:cxnLst/>
              <a:rect l="l" t="t" r="r" b="b"/>
              <a:pathLst>
                <a:path w="1444" h="2226" extrusionOk="0">
                  <a:moveTo>
                    <a:pt x="218" y="1"/>
                  </a:moveTo>
                  <a:cubicBezTo>
                    <a:pt x="172" y="1"/>
                    <a:pt x="126" y="15"/>
                    <a:pt x="85" y="39"/>
                  </a:cubicBezTo>
                  <a:cubicBezTo>
                    <a:pt x="0" y="131"/>
                    <a:pt x="0" y="280"/>
                    <a:pt x="85" y="365"/>
                  </a:cubicBezTo>
                  <a:lnTo>
                    <a:pt x="856" y="1136"/>
                  </a:lnTo>
                  <a:lnTo>
                    <a:pt x="85" y="1843"/>
                  </a:lnTo>
                  <a:cubicBezTo>
                    <a:pt x="0" y="1928"/>
                    <a:pt x="0" y="2077"/>
                    <a:pt x="85" y="2133"/>
                  </a:cubicBezTo>
                  <a:cubicBezTo>
                    <a:pt x="121" y="2197"/>
                    <a:pt x="177" y="2225"/>
                    <a:pt x="234" y="2225"/>
                  </a:cubicBezTo>
                  <a:cubicBezTo>
                    <a:pt x="297" y="2225"/>
                    <a:pt x="326" y="2197"/>
                    <a:pt x="382" y="2162"/>
                  </a:cubicBezTo>
                  <a:lnTo>
                    <a:pt x="1444" y="1164"/>
                  </a:lnTo>
                  <a:lnTo>
                    <a:pt x="382" y="75"/>
                  </a:lnTo>
                  <a:cubicBezTo>
                    <a:pt x="335" y="23"/>
                    <a:pt x="276" y="1"/>
                    <a:pt x="21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TITLE_AND_BODY_1"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2"/>
          <p:cNvSpPr/>
          <p:nvPr/>
        </p:nvSpPr>
        <p:spPr>
          <a:xfrm rot="5400000">
            <a:off x="2150850" y="-1761150"/>
            <a:ext cx="4842300" cy="8665800"/>
          </a:xfrm>
          <a:prstGeom prst="bracketPair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22"/>
          <p:cNvSpPr/>
          <p:nvPr/>
        </p:nvSpPr>
        <p:spPr>
          <a:xfrm rot="-8783500">
            <a:off x="-1711200" y="2823504"/>
            <a:ext cx="2192222" cy="2124738"/>
          </a:xfrm>
          <a:custGeom>
            <a:avLst/>
            <a:gdLst/>
            <a:ahLst/>
            <a:cxnLst/>
            <a:rect l="l" t="t" r="r" b="b"/>
            <a:pathLst>
              <a:path w="34694" h="33626" extrusionOk="0">
                <a:moveTo>
                  <a:pt x="26961" y="0"/>
                </a:moveTo>
                <a:cubicBezTo>
                  <a:pt x="26141" y="0"/>
                  <a:pt x="25322" y="151"/>
                  <a:pt x="24556" y="464"/>
                </a:cubicBezTo>
                <a:cubicBezTo>
                  <a:pt x="21698" y="1610"/>
                  <a:pt x="20134" y="4617"/>
                  <a:pt x="17835" y="6683"/>
                </a:cubicBezTo>
                <a:cubicBezTo>
                  <a:pt x="14743" y="9484"/>
                  <a:pt x="10676" y="9541"/>
                  <a:pt x="7223" y="11514"/>
                </a:cubicBezTo>
                <a:cubicBezTo>
                  <a:pt x="4217" y="13226"/>
                  <a:pt x="1712" y="16000"/>
                  <a:pt x="680" y="19332"/>
                </a:cubicBezTo>
                <a:cubicBezTo>
                  <a:pt x="121" y="21065"/>
                  <a:pt x="0" y="23223"/>
                  <a:pt x="382" y="25281"/>
                </a:cubicBezTo>
                <a:cubicBezTo>
                  <a:pt x="800" y="27432"/>
                  <a:pt x="1769" y="29441"/>
                  <a:pt x="3361" y="30679"/>
                </a:cubicBezTo>
                <a:cubicBezTo>
                  <a:pt x="6075" y="32748"/>
                  <a:pt x="9754" y="33625"/>
                  <a:pt x="13212" y="33625"/>
                </a:cubicBezTo>
                <a:cubicBezTo>
                  <a:pt x="14035" y="33625"/>
                  <a:pt x="14846" y="33576"/>
                  <a:pt x="15628" y="33480"/>
                </a:cubicBezTo>
                <a:cubicBezTo>
                  <a:pt x="16066" y="33417"/>
                  <a:pt x="16512" y="33360"/>
                  <a:pt x="16922" y="33268"/>
                </a:cubicBezTo>
                <a:cubicBezTo>
                  <a:pt x="19455" y="32801"/>
                  <a:pt x="21931" y="31768"/>
                  <a:pt x="23763" y="29971"/>
                </a:cubicBezTo>
                <a:cubicBezTo>
                  <a:pt x="25765" y="27998"/>
                  <a:pt x="26798" y="25840"/>
                  <a:pt x="27767" y="23251"/>
                </a:cubicBezTo>
                <a:cubicBezTo>
                  <a:pt x="28892" y="20273"/>
                  <a:pt x="30774" y="17676"/>
                  <a:pt x="32217" y="14846"/>
                </a:cubicBezTo>
                <a:cubicBezTo>
                  <a:pt x="33667" y="12045"/>
                  <a:pt x="34693" y="8805"/>
                  <a:pt x="33929" y="5742"/>
                </a:cubicBezTo>
                <a:cubicBezTo>
                  <a:pt x="33427" y="3768"/>
                  <a:pt x="32160" y="1964"/>
                  <a:pt x="30420" y="938"/>
                </a:cubicBezTo>
                <a:cubicBezTo>
                  <a:pt x="29369" y="324"/>
                  <a:pt x="28163" y="0"/>
                  <a:pt x="2696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22"/>
          <p:cNvSpPr/>
          <p:nvPr/>
        </p:nvSpPr>
        <p:spPr>
          <a:xfrm rot="-269544">
            <a:off x="8547278" y="608197"/>
            <a:ext cx="1490595" cy="1864480"/>
          </a:xfrm>
          <a:custGeom>
            <a:avLst/>
            <a:gdLst/>
            <a:ahLst/>
            <a:cxnLst/>
            <a:rect l="l" t="t" r="r" b="b"/>
            <a:pathLst>
              <a:path w="7690" h="9619" extrusionOk="0">
                <a:moveTo>
                  <a:pt x="1814" y="0"/>
                </a:moveTo>
                <a:cubicBezTo>
                  <a:pt x="1314" y="0"/>
                  <a:pt x="835" y="161"/>
                  <a:pt x="503" y="527"/>
                </a:cubicBezTo>
                <a:cubicBezTo>
                  <a:pt x="114" y="938"/>
                  <a:pt x="1" y="1532"/>
                  <a:pt x="29" y="2063"/>
                </a:cubicBezTo>
                <a:cubicBezTo>
                  <a:pt x="57" y="2621"/>
                  <a:pt x="234" y="3152"/>
                  <a:pt x="383" y="3683"/>
                </a:cubicBezTo>
                <a:cubicBezTo>
                  <a:pt x="913" y="5777"/>
                  <a:pt x="149" y="9017"/>
                  <a:pt x="3064" y="9547"/>
                </a:cubicBezTo>
                <a:cubicBezTo>
                  <a:pt x="3307" y="9596"/>
                  <a:pt x="3542" y="9619"/>
                  <a:pt x="3768" y="9619"/>
                </a:cubicBezTo>
                <a:cubicBezTo>
                  <a:pt x="6281" y="9619"/>
                  <a:pt x="7690" y="6774"/>
                  <a:pt x="7365" y="4418"/>
                </a:cubicBezTo>
                <a:cubicBezTo>
                  <a:pt x="7252" y="3739"/>
                  <a:pt x="6983" y="3060"/>
                  <a:pt x="6573" y="2501"/>
                </a:cubicBezTo>
                <a:cubicBezTo>
                  <a:pt x="6276" y="2119"/>
                  <a:pt x="5922" y="1822"/>
                  <a:pt x="5512" y="1589"/>
                </a:cubicBezTo>
                <a:cubicBezTo>
                  <a:pt x="5129" y="1383"/>
                  <a:pt x="4684" y="1263"/>
                  <a:pt x="4274" y="1058"/>
                </a:cubicBezTo>
                <a:cubicBezTo>
                  <a:pt x="3863" y="825"/>
                  <a:pt x="3474" y="527"/>
                  <a:pt x="3064" y="322"/>
                </a:cubicBezTo>
                <a:cubicBezTo>
                  <a:pt x="2683" y="117"/>
                  <a:pt x="2240" y="0"/>
                  <a:pt x="1814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7" name="Google Shape;217;p22"/>
          <p:cNvGrpSpPr/>
          <p:nvPr/>
        </p:nvGrpSpPr>
        <p:grpSpPr>
          <a:xfrm>
            <a:off x="121190" y="3817225"/>
            <a:ext cx="360758" cy="258297"/>
            <a:chOff x="4992850" y="4345375"/>
            <a:chExt cx="607336" cy="638400"/>
          </a:xfrm>
        </p:grpSpPr>
        <p:sp>
          <p:nvSpPr>
            <p:cNvPr id="218" name="Google Shape;218;p22"/>
            <p:cNvSpPr/>
            <p:nvPr/>
          </p:nvSpPr>
          <p:spPr>
            <a:xfrm>
              <a:off x="4992850" y="4345375"/>
              <a:ext cx="225900" cy="638400"/>
            </a:xfrm>
            <a:prstGeom prst="leftBrace">
              <a:avLst>
                <a:gd name="adj1" fmla="val 2174"/>
                <a:gd name="adj2" fmla="val 50000"/>
              </a:avLst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22"/>
            <p:cNvSpPr/>
            <p:nvPr/>
          </p:nvSpPr>
          <p:spPr>
            <a:xfrm rot="10800000">
              <a:off x="5374286" y="4345375"/>
              <a:ext cx="225900" cy="638400"/>
            </a:xfrm>
            <a:prstGeom prst="leftBrace">
              <a:avLst>
                <a:gd name="adj1" fmla="val 2174"/>
                <a:gd name="adj2" fmla="val 50000"/>
              </a:avLst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0" name="Google Shape;220;p22"/>
          <p:cNvSpPr/>
          <p:nvPr/>
        </p:nvSpPr>
        <p:spPr>
          <a:xfrm>
            <a:off x="8782200" y="1017725"/>
            <a:ext cx="215100" cy="258300"/>
          </a:xfrm>
          <a:prstGeom prst="bracketPair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21" name="Google Shape;221;p22"/>
          <p:cNvGrpSpPr/>
          <p:nvPr/>
        </p:nvGrpSpPr>
        <p:grpSpPr>
          <a:xfrm>
            <a:off x="88447" y="2171796"/>
            <a:ext cx="234196" cy="188409"/>
            <a:chOff x="5151797" y="479071"/>
            <a:chExt cx="234196" cy="188409"/>
          </a:xfrm>
        </p:grpSpPr>
        <p:sp>
          <p:nvSpPr>
            <p:cNvPr id="222" name="Google Shape;222;p22"/>
            <p:cNvSpPr/>
            <p:nvPr/>
          </p:nvSpPr>
          <p:spPr>
            <a:xfrm>
              <a:off x="5151797" y="479071"/>
              <a:ext cx="122220" cy="188409"/>
            </a:xfrm>
            <a:custGeom>
              <a:avLst/>
              <a:gdLst/>
              <a:ahLst/>
              <a:cxnLst/>
              <a:rect l="l" t="t" r="r" b="b"/>
              <a:pathLst>
                <a:path w="1444" h="2226" extrusionOk="0">
                  <a:moveTo>
                    <a:pt x="1234" y="0"/>
                  </a:moveTo>
                  <a:cubicBezTo>
                    <a:pt x="1175" y="0"/>
                    <a:pt x="1109" y="21"/>
                    <a:pt x="1062" y="68"/>
                  </a:cubicBezTo>
                  <a:lnTo>
                    <a:pt x="1" y="1165"/>
                  </a:lnTo>
                  <a:lnTo>
                    <a:pt x="1062" y="2162"/>
                  </a:lnTo>
                  <a:cubicBezTo>
                    <a:pt x="1118" y="2190"/>
                    <a:pt x="1175" y="2226"/>
                    <a:pt x="1203" y="2226"/>
                  </a:cubicBezTo>
                  <a:cubicBezTo>
                    <a:pt x="1267" y="2226"/>
                    <a:pt x="1324" y="2190"/>
                    <a:pt x="1380" y="2162"/>
                  </a:cubicBezTo>
                  <a:cubicBezTo>
                    <a:pt x="1444" y="2077"/>
                    <a:pt x="1444" y="1929"/>
                    <a:pt x="1352" y="1837"/>
                  </a:cubicBezTo>
                  <a:lnTo>
                    <a:pt x="616" y="1165"/>
                  </a:lnTo>
                  <a:lnTo>
                    <a:pt x="1380" y="365"/>
                  </a:lnTo>
                  <a:cubicBezTo>
                    <a:pt x="1444" y="280"/>
                    <a:pt x="1444" y="132"/>
                    <a:pt x="1352" y="40"/>
                  </a:cubicBezTo>
                  <a:cubicBezTo>
                    <a:pt x="1327" y="14"/>
                    <a:pt x="1282" y="0"/>
                    <a:pt x="123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Google Shape;223;p22"/>
            <p:cNvSpPr/>
            <p:nvPr/>
          </p:nvSpPr>
          <p:spPr>
            <a:xfrm>
              <a:off x="5261402" y="479071"/>
              <a:ext cx="124590" cy="188409"/>
            </a:xfrm>
            <a:custGeom>
              <a:avLst/>
              <a:gdLst/>
              <a:ahLst/>
              <a:cxnLst/>
              <a:rect l="l" t="t" r="r" b="b"/>
              <a:pathLst>
                <a:path w="1472" h="2226" extrusionOk="0">
                  <a:moveTo>
                    <a:pt x="1240" y="0"/>
                  </a:moveTo>
                  <a:cubicBezTo>
                    <a:pt x="1174" y="0"/>
                    <a:pt x="1108" y="21"/>
                    <a:pt x="1062" y="68"/>
                  </a:cubicBezTo>
                  <a:lnTo>
                    <a:pt x="0" y="1165"/>
                  </a:lnTo>
                  <a:lnTo>
                    <a:pt x="1090" y="2162"/>
                  </a:lnTo>
                  <a:cubicBezTo>
                    <a:pt x="1118" y="2190"/>
                    <a:pt x="1182" y="2226"/>
                    <a:pt x="1210" y="2226"/>
                  </a:cubicBezTo>
                  <a:cubicBezTo>
                    <a:pt x="1267" y="2226"/>
                    <a:pt x="1323" y="2190"/>
                    <a:pt x="1387" y="2162"/>
                  </a:cubicBezTo>
                  <a:cubicBezTo>
                    <a:pt x="1472" y="2077"/>
                    <a:pt x="1444" y="1929"/>
                    <a:pt x="1359" y="1837"/>
                  </a:cubicBezTo>
                  <a:lnTo>
                    <a:pt x="616" y="1165"/>
                  </a:lnTo>
                  <a:lnTo>
                    <a:pt x="1387" y="365"/>
                  </a:lnTo>
                  <a:cubicBezTo>
                    <a:pt x="1472" y="280"/>
                    <a:pt x="1444" y="132"/>
                    <a:pt x="1387" y="40"/>
                  </a:cubicBezTo>
                  <a:cubicBezTo>
                    <a:pt x="1346" y="14"/>
                    <a:pt x="1293" y="0"/>
                    <a:pt x="124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4" name="Google Shape;224;p22"/>
          <p:cNvGrpSpPr/>
          <p:nvPr/>
        </p:nvGrpSpPr>
        <p:grpSpPr>
          <a:xfrm>
            <a:off x="382104" y="2477547"/>
            <a:ext cx="234788" cy="188409"/>
            <a:chOff x="6428979" y="917397"/>
            <a:chExt cx="234788" cy="188409"/>
          </a:xfrm>
        </p:grpSpPr>
        <p:sp>
          <p:nvSpPr>
            <p:cNvPr id="225" name="Google Shape;225;p22"/>
            <p:cNvSpPr/>
            <p:nvPr/>
          </p:nvSpPr>
          <p:spPr>
            <a:xfrm>
              <a:off x="6538500" y="917397"/>
              <a:ext cx="125267" cy="188409"/>
            </a:xfrm>
            <a:custGeom>
              <a:avLst/>
              <a:gdLst/>
              <a:ahLst/>
              <a:cxnLst/>
              <a:rect l="l" t="t" r="r" b="b"/>
              <a:pathLst>
                <a:path w="1480" h="2226" extrusionOk="0">
                  <a:moveTo>
                    <a:pt x="219" y="1"/>
                  </a:moveTo>
                  <a:cubicBezTo>
                    <a:pt x="174" y="1"/>
                    <a:pt x="130" y="15"/>
                    <a:pt x="93" y="39"/>
                  </a:cubicBezTo>
                  <a:cubicBezTo>
                    <a:pt x="1" y="131"/>
                    <a:pt x="1" y="280"/>
                    <a:pt x="93" y="365"/>
                  </a:cubicBezTo>
                  <a:lnTo>
                    <a:pt x="857" y="1136"/>
                  </a:lnTo>
                  <a:lnTo>
                    <a:pt x="93" y="1843"/>
                  </a:lnTo>
                  <a:cubicBezTo>
                    <a:pt x="1" y="1928"/>
                    <a:pt x="1" y="2077"/>
                    <a:pt x="93" y="2133"/>
                  </a:cubicBezTo>
                  <a:cubicBezTo>
                    <a:pt x="121" y="2197"/>
                    <a:pt x="178" y="2225"/>
                    <a:pt x="241" y="2225"/>
                  </a:cubicBezTo>
                  <a:cubicBezTo>
                    <a:pt x="298" y="2225"/>
                    <a:pt x="355" y="2197"/>
                    <a:pt x="383" y="2162"/>
                  </a:cubicBezTo>
                  <a:lnTo>
                    <a:pt x="1479" y="1164"/>
                  </a:lnTo>
                  <a:lnTo>
                    <a:pt x="383" y="75"/>
                  </a:lnTo>
                  <a:cubicBezTo>
                    <a:pt x="335" y="23"/>
                    <a:pt x="277" y="1"/>
                    <a:pt x="219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Google Shape;226;p22"/>
            <p:cNvSpPr/>
            <p:nvPr/>
          </p:nvSpPr>
          <p:spPr>
            <a:xfrm>
              <a:off x="6428979" y="917397"/>
              <a:ext cx="122220" cy="188409"/>
            </a:xfrm>
            <a:custGeom>
              <a:avLst/>
              <a:gdLst/>
              <a:ahLst/>
              <a:cxnLst/>
              <a:rect l="l" t="t" r="r" b="b"/>
              <a:pathLst>
                <a:path w="1444" h="2226" extrusionOk="0">
                  <a:moveTo>
                    <a:pt x="218" y="1"/>
                  </a:moveTo>
                  <a:cubicBezTo>
                    <a:pt x="172" y="1"/>
                    <a:pt x="126" y="15"/>
                    <a:pt x="85" y="39"/>
                  </a:cubicBezTo>
                  <a:cubicBezTo>
                    <a:pt x="0" y="131"/>
                    <a:pt x="0" y="280"/>
                    <a:pt x="85" y="365"/>
                  </a:cubicBezTo>
                  <a:lnTo>
                    <a:pt x="856" y="1136"/>
                  </a:lnTo>
                  <a:lnTo>
                    <a:pt x="85" y="1843"/>
                  </a:lnTo>
                  <a:cubicBezTo>
                    <a:pt x="0" y="1928"/>
                    <a:pt x="0" y="2077"/>
                    <a:pt x="85" y="2133"/>
                  </a:cubicBezTo>
                  <a:cubicBezTo>
                    <a:pt x="121" y="2197"/>
                    <a:pt x="177" y="2225"/>
                    <a:pt x="234" y="2225"/>
                  </a:cubicBezTo>
                  <a:cubicBezTo>
                    <a:pt x="297" y="2225"/>
                    <a:pt x="326" y="2197"/>
                    <a:pt x="382" y="2162"/>
                  </a:cubicBezTo>
                  <a:lnTo>
                    <a:pt x="1444" y="1164"/>
                  </a:lnTo>
                  <a:lnTo>
                    <a:pt x="382" y="75"/>
                  </a:lnTo>
                  <a:cubicBezTo>
                    <a:pt x="335" y="23"/>
                    <a:pt x="276" y="1"/>
                    <a:pt x="21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7" name="Google Shape;227;p22"/>
          <p:cNvSpPr/>
          <p:nvPr/>
        </p:nvSpPr>
        <p:spPr>
          <a:xfrm>
            <a:off x="8187350" y="294375"/>
            <a:ext cx="289200" cy="258300"/>
          </a:xfrm>
          <a:prstGeom prst="bracePair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8" name="Google Shape;228;p2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29" name="Google Shape;229;p22"/>
          <p:cNvSpPr txBox="1">
            <a:spLocks noGrp="1"/>
          </p:cNvSpPr>
          <p:nvPr>
            <p:ph type="body" idx="1"/>
          </p:nvPr>
        </p:nvSpPr>
        <p:spPr>
          <a:xfrm>
            <a:off x="720000" y="1215750"/>
            <a:ext cx="3852000" cy="338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unito Light"/>
              <a:buChar char="●"/>
              <a:defRPr sz="1200"/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230" name="Google Shape;230;p22"/>
          <p:cNvSpPr txBox="1">
            <a:spLocks noGrp="1"/>
          </p:cNvSpPr>
          <p:nvPr>
            <p:ph type="body" idx="2"/>
          </p:nvPr>
        </p:nvSpPr>
        <p:spPr>
          <a:xfrm>
            <a:off x="4572000" y="1215750"/>
            <a:ext cx="3852000" cy="338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unito Light"/>
              <a:buChar char="●"/>
              <a:defRPr sz="1200"/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TITLE_AND_TWO_COLUMNS_1"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23"/>
          <p:cNvSpPr/>
          <p:nvPr/>
        </p:nvSpPr>
        <p:spPr>
          <a:xfrm>
            <a:off x="-1190814" y="-484857"/>
            <a:ext cx="1944724" cy="2432477"/>
          </a:xfrm>
          <a:custGeom>
            <a:avLst/>
            <a:gdLst/>
            <a:ahLst/>
            <a:cxnLst/>
            <a:rect l="l" t="t" r="r" b="b"/>
            <a:pathLst>
              <a:path w="7690" h="9619" extrusionOk="0">
                <a:moveTo>
                  <a:pt x="1814" y="0"/>
                </a:moveTo>
                <a:cubicBezTo>
                  <a:pt x="1314" y="0"/>
                  <a:pt x="835" y="161"/>
                  <a:pt x="503" y="527"/>
                </a:cubicBezTo>
                <a:cubicBezTo>
                  <a:pt x="114" y="938"/>
                  <a:pt x="1" y="1532"/>
                  <a:pt x="29" y="2063"/>
                </a:cubicBezTo>
                <a:cubicBezTo>
                  <a:pt x="57" y="2621"/>
                  <a:pt x="234" y="3152"/>
                  <a:pt x="383" y="3683"/>
                </a:cubicBezTo>
                <a:cubicBezTo>
                  <a:pt x="913" y="5777"/>
                  <a:pt x="149" y="9017"/>
                  <a:pt x="3064" y="9547"/>
                </a:cubicBezTo>
                <a:cubicBezTo>
                  <a:pt x="3307" y="9596"/>
                  <a:pt x="3542" y="9619"/>
                  <a:pt x="3768" y="9619"/>
                </a:cubicBezTo>
                <a:cubicBezTo>
                  <a:pt x="6281" y="9619"/>
                  <a:pt x="7690" y="6774"/>
                  <a:pt x="7365" y="4418"/>
                </a:cubicBezTo>
                <a:cubicBezTo>
                  <a:pt x="7252" y="3739"/>
                  <a:pt x="6983" y="3060"/>
                  <a:pt x="6573" y="2501"/>
                </a:cubicBezTo>
                <a:cubicBezTo>
                  <a:pt x="6276" y="2119"/>
                  <a:pt x="5922" y="1822"/>
                  <a:pt x="5512" y="1589"/>
                </a:cubicBezTo>
                <a:cubicBezTo>
                  <a:pt x="5129" y="1383"/>
                  <a:pt x="4684" y="1263"/>
                  <a:pt x="4274" y="1058"/>
                </a:cubicBezTo>
                <a:cubicBezTo>
                  <a:pt x="3863" y="825"/>
                  <a:pt x="3474" y="527"/>
                  <a:pt x="3064" y="322"/>
                </a:cubicBezTo>
                <a:cubicBezTo>
                  <a:pt x="2683" y="117"/>
                  <a:pt x="2240" y="0"/>
                  <a:pt x="1814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23"/>
          <p:cNvSpPr/>
          <p:nvPr/>
        </p:nvSpPr>
        <p:spPr>
          <a:xfrm rot="-3555149">
            <a:off x="8293717" y="3656862"/>
            <a:ext cx="2410819" cy="2263625"/>
          </a:xfrm>
          <a:custGeom>
            <a:avLst/>
            <a:gdLst/>
            <a:ahLst/>
            <a:cxnLst/>
            <a:rect l="l" t="t" r="r" b="b"/>
            <a:pathLst>
              <a:path w="13414" h="12595" extrusionOk="0">
                <a:moveTo>
                  <a:pt x="6393" y="1"/>
                </a:moveTo>
                <a:cubicBezTo>
                  <a:pt x="6010" y="1"/>
                  <a:pt x="5626" y="38"/>
                  <a:pt x="5242" y="124"/>
                </a:cubicBezTo>
                <a:cubicBezTo>
                  <a:pt x="2766" y="598"/>
                  <a:pt x="354" y="2515"/>
                  <a:pt x="177" y="5048"/>
                </a:cubicBezTo>
                <a:cubicBezTo>
                  <a:pt x="0" y="7821"/>
                  <a:pt x="3063" y="10064"/>
                  <a:pt x="5129" y="11330"/>
                </a:cubicBezTo>
                <a:cubicBezTo>
                  <a:pt x="6309" y="12076"/>
                  <a:pt x="7558" y="12595"/>
                  <a:pt x="8729" y="12595"/>
                </a:cubicBezTo>
                <a:cubicBezTo>
                  <a:pt x="9868" y="12595"/>
                  <a:pt x="10932" y="12105"/>
                  <a:pt x="11786" y="10856"/>
                </a:cubicBezTo>
                <a:cubicBezTo>
                  <a:pt x="13144" y="8854"/>
                  <a:pt x="13413" y="6137"/>
                  <a:pt x="12409" y="3959"/>
                </a:cubicBezTo>
                <a:cubicBezTo>
                  <a:pt x="11404" y="1751"/>
                  <a:pt x="9169" y="160"/>
                  <a:pt x="6749" y="11"/>
                </a:cubicBezTo>
                <a:cubicBezTo>
                  <a:pt x="6631" y="4"/>
                  <a:pt x="6512" y="1"/>
                  <a:pt x="6393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34" name="Google Shape;234;p23"/>
          <p:cNvGrpSpPr/>
          <p:nvPr/>
        </p:nvGrpSpPr>
        <p:grpSpPr>
          <a:xfrm>
            <a:off x="8543915" y="4363775"/>
            <a:ext cx="360758" cy="258297"/>
            <a:chOff x="4992850" y="4345375"/>
            <a:chExt cx="607336" cy="638400"/>
          </a:xfrm>
        </p:grpSpPr>
        <p:sp>
          <p:nvSpPr>
            <p:cNvPr id="235" name="Google Shape;235;p23"/>
            <p:cNvSpPr/>
            <p:nvPr/>
          </p:nvSpPr>
          <p:spPr>
            <a:xfrm>
              <a:off x="4992850" y="4345375"/>
              <a:ext cx="225900" cy="638400"/>
            </a:xfrm>
            <a:prstGeom prst="leftBrace">
              <a:avLst>
                <a:gd name="adj1" fmla="val 2174"/>
                <a:gd name="adj2" fmla="val 50000"/>
              </a:avLst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Google Shape;236;p23"/>
            <p:cNvSpPr/>
            <p:nvPr/>
          </p:nvSpPr>
          <p:spPr>
            <a:xfrm rot="10800000">
              <a:off x="5374286" y="4345375"/>
              <a:ext cx="225900" cy="638400"/>
            </a:xfrm>
            <a:prstGeom prst="leftBrace">
              <a:avLst>
                <a:gd name="adj1" fmla="val 2174"/>
                <a:gd name="adj2" fmla="val 50000"/>
              </a:avLst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7" name="Google Shape;237;p23"/>
          <p:cNvSpPr/>
          <p:nvPr/>
        </p:nvSpPr>
        <p:spPr>
          <a:xfrm>
            <a:off x="8323225" y="349900"/>
            <a:ext cx="215100" cy="258300"/>
          </a:xfrm>
          <a:prstGeom prst="bracketPair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38" name="Google Shape;238;p23"/>
          <p:cNvGrpSpPr/>
          <p:nvPr/>
        </p:nvGrpSpPr>
        <p:grpSpPr>
          <a:xfrm>
            <a:off x="250497" y="2032371"/>
            <a:ext cx="234196" cy="188409"/>
            <a:chOff x="7827572" y="1634046"/>
            <a:chExt cx="234196" cy="188409"/>
          </a:xfrm>
        </p:grpSpPr>
        <p:sp>
          <p:nvSpPr>
            <p:cNvPr id="239" name="Google Shape;239;p23"/>
            <p:cNvSpPr/>
            <p:nvPr/>
          </p:nvSpPr>
          <p:spPr>
            <a:xfrm>
              <a:off x="7827572" y="1634046"/>
              <a:ext cx="122220" cy="188409"/>
            </a:xfrm>
            <a:custGeom>
              <a:avLst/>
              <a:gdLst/>
              <a:ahLst/>
              <a:cxnLst/>
              <a:rect l="l" t="t" r="r" b="b"/>
              <a:pathLst>
                <a:path w="1444" h="2226" extrusionOk="0">
                  <a:moveTo>
                    <a:pt x="1234" y="0"/>
                  </a:moveTo>
                  <a:cubicBezTo>
                    <a:pt x="1175" y="0"/>
                    <a:pt x="1109" y="21"/>
                    <a:pt x="1062" y="68"/>
                  </a:cubicBezTo>
                  <a:lnTo>
                    <a:pt x="1" y="1165"/>
                  </a:lnTo>
                  <a:lnTo>
                    <a:pt x="1062" y="2162"/>
                  </a:lnTo>
                  <a:cubicBezTo>
                    <a:pt x="1118" y="2190"/>
                    <a:pt x="1175" y="2226"/>
                    <a:pt x="1203" y="2226"/>
                  </a:cubicBezTo>
                  <a:cubicBezTo>
                    <a:pt x="1267" y="2226"/>
                    <a:pt x="1324" y="2190"/>
                    <a:pt x="1380" y="2162"/>
                  </a:cubicBezTo>
                  <a:cubicBezTo>
                    <a:pt x="1444" y="2077"/>
                    <a:pt x="1444" y="1929"/>
                    <a:pt x="1352" y="1837"/>
                  </a:cubicBezTo>
                  <a:lnTo>
                    <a:pt x="616" y="1165"/>
                  </a:lnTo>
                  <a:lnTo>
                    <a:pt x="1380" y="365"/>
                  </a:lnTo>
                  <a:cubicBezTo>
                    <a:pt x="1444" y="280"/>
                    <a:pt x="1444" y="132"/>
                    <a:pt x="1352" y="40"/>
                  </a:cubicBezTo>
                  <a:cubicBezTo>
                    <a:pt x="1327" y="14"/>
                    <a:pt x="1282" y="0"/>
                    <a:pt x="1234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Google Shape;240;p23"/>
            <p:cNvSpPr/>
            <p:nvPr/>
          </p:nvSpPr>
          <p:spPr>
            <a:xfrm>
              <a:off x="7937177" y="1634046"/>
              <a:ext cx="124590" cy="188409"/>
            </a:xfrm>
            <a:custGeom>
              <a:avLst/>
              <a:gdLst/>
              <a:ahLst/>
              <a:cxnLst/>
              <a:rect l="l" t="t" r="r" b="b"/>
              <a:pathLst>
                <a:path w="1472" h="2226" extrusionOk="0">
                  <a:moveTo>
                    <a:pt x="1240" y="0"/>
                  </a:moveTo>
                  <a:cubicBezTo>
                    <a:pt x="1174" y="0"/>
                    <a:pt x="1108" y="21"/>
                    <a:pt x="1062" y="68"/>
                  </a:cubicBezTo>
                  <a:lnTo>
                    <a:pt x="0" y="1165"/>
                  </a:lnTo>
                  <a:lnTo>
                    <a:pt x="1090" y="2162"/>
                  </a:lnTo>
                  <a:cubicBezTo>
                    <a:pt x="1118" y="2190"/>
                    <a:pt x="1182" y="2226"/>
                    <a:pt x="1210" y="2226"/>
                  </a:cubicBezTo>
                  <a:cubicBezTo>
                    <a:pt x="1267" y="2226"/>
                    <a:pt x="1323" y="2190"/>
                    <a:pt x="1387" y="2162"/>
                  </a:cubicBezTo>
                  <a:cubicBezTo>
                    <a:pt x="1472" y="2077"/>
                    <a:pt x="1444" y="1929"/>
                    <a:pt x="1359" y="1837"/>
                  </a:cubicBezTo>
                  <a:lnTo>
                    <a:pt x="616" y="1165"/>
                  </a:lnTo>
                  <a:lnTo>
                    <a:pt x="1387" y="365"/>
                  </a:lnTo>
                  <a:cubicBezTo>
                    <a:pt x="1472" y="280"/>
                    <a:pt x="1444" y="132"/>
                    <a:pt x="1387" y="40"/>
                  </a:cubicBezTo>
                  <a:cubicBezTo>
                    <a:pt x="1346" y="14"/>
                    <a:pt x="1293" y="0"/>
                    <a:pt x="1240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1" name="Google Shape;241;p23"/>
          <p:cNvGrpSpPr/>
          <p:nvPr/>
        </p:nvGrpSpPr>
        <p:grpSpPr>
          <a:xfrm>
            <a:off x="8606904" y="3353147"/>
            <a:ext cx="234788" cy="188409"/>
            <a:chOff x="9104754" y="2072372"/>
            <a:chExt cx="234788" cy="188409"/>
          </a:xfrm>
        </p:grpSpPr>
        <p:sp>
          <p:nvSpPr>
            <p:cNvPr id="242" name="Google Shape;242;p23"/>
            <p:cNvSpPr/>
            <p:nvPr/>
          </p:nvSpPr>
          <p:spPr>
            <a:xfrm>
              <a:off x="9214275" y="2072372"/>
              <a:ext cx="125267" cy="188409"/>
            </a:xfrm>
            <a:custGeom>
              <a:avLst/>
              <a:gdLst/>
              <a:ahLst/>
              <a:cxnLst/>
              <a:rect l="l" t="t" r="r" b="b"/>
              <a:pathLst>
                <a:path w="1480" h="2226" extrusionOk="0">
                  <a:moveTo>
                    <a:pt x="219" y="1"/>
                  </a:moveTo>
                  <a:cubicBezTo>
                    <a:pt x="174" y="1"/>
                    <a:pt x="130" y="15"/>
                    <a:pt x="93" y="39"/>
                  </a:cubicBezTo>
                  <a:cubicBezTo>
                    <a:pt x="1" y="131"/>
                    <a:pt x="1" y="280"/>
                    <a:pt x="93" y="365"/>
                  </a:cubicBezTo>
                  <a:lnTo>
                    <a:pt x="857" y="1136"/>
                  </a:lnTo>
                  <a:lnTo>
                    <a:pt x="93" y="1843"/>
                  </a:lnTo>
                  <a:cubicBezTo>
                    <a:pt x="1" y="1928"/>
                    <a:pt x="1" y="2077"/>
                    <a:pt x="93" y="2133"/>
                  </a:cubicBezTo>
                  <a:cubicBezTo>
                    <a:pt x="121" y="2197"/>
                    <a:pt x="178" y="2225"/>
                    <a:pt x="241" y="2225"/>
                  </a:cubicBezTo>
                  <a:cubicBezTo>
                    <a:pt x="298" y="2225"/>
                    <a:pt x="355" y="2197"/>
                    <a:pt x="383" y="2162"/>
                  </a:cubicBezTo>
                  <a:lnTo>
                    <a:pt x="1479" y="1164"/>
                  </a:lnTo>
                  <a:lnTo>
                    <a:pt x="383" y="75"/>
                  </a:lnTo>
                  <a:cubicBezTo>
                    <a:pt x="335" y="23"/>
                    <a:pt x="277" y="1"/>
                    <a:pt x="219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Google Shape;243;p23"/>
            <p:cNvSpPr/>
            <p:nvPr/>
          </p:nvSpPr>
          <p:spPr>
            <a:xfrm>
              <a:off x="9104754" y="2072372"/>
              <a:ext cx="122220" cy="188409"/>
            </a:xfrm>
            <a:custGeom>
              <a:avLst/>
              <a:gdLst/>
              <a:ahLst/>
              <a:cxnLst/>
              <a:rect l="l" t="t" r="r" b="b"/>
              <a:pathLst>
                <a:path w="1444" h="2226" extrusionOk="0">
                  <a:moveTo>
                    <a:pt x="218" y="1"/>
                  </a:moveTo>
                  <a:cubicBezTo>
                    <a:pt x="172" y="1"/>
                    <a:pt x="126" y="15"/>
                    <a:pt x="85" y="39"/>
                  </a:cubicBezTo>
                  <a:cubicBezTo>
                    <a:pt x="0" y="131"/>
                    <a:pt x="0" y="280"/>
                    <a:pt x="85" y="365"/>
                  </a:cubicBezTo>
                  <a:lnTo>
                    <a:pt x="856" y="1136"/>
                  </a:lnTo>
                  <a:lnTo>
                    <a:pt x="85" y="1843"/>
                  </a:lnTo>
                  <a:cubicBezTo>
                    <a:pt x="0" y="1928"/>
                    <a:pt x="0" y="2077"/>
                    <a:pt x="85" y="2133"/>
                  </a:cubicBezTo>
                  <a:cubicBezTo>
                    <a:pt x="121" y="2197"/>
                    <a:pt x="177" y="2225"/>
                    <a:pt x="234" y="2225"/>
                  </a:cubicBezTo>
                  <a:cubicBezTo>
                    <a:pt x="297" y="2225"/>
                    <a:pt x="326" y="2197"/>
                    <a:pt x="382" y="2162"/>
                  </a:cubicBezTo>
                  <a:lnTo>
                    <a:pt x="1444" y="1164"/>
                  </a:lnTo>
                  <a:lnTo>
                    <a:pt x="382" y="75"/>
                  </a:lnTo>
                  <a:cubicBezTo>
                    <a:pt x="335" y="23"/>
                    <a:pt x="276" y="1"/>
                    <a:pt x="218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4" name="Google Shape;244;p23"/>
          <p:cNvSpPr/>
          <p:nvPr/>
        </p:nvSpPr>
        <p:spPr>
          <a:xfrm>
            <a:off x="223000" y="710175"/>
            <a:ext cx="289200" cy="258300"/>
          </a:xfrm>
          <a:prstGeom prst="bracePair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2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46" name="Google Shape;246;p23"/>
          <p:cNvSpPr txBox="1">
            <a:spLocks noGrp="1"/>
          </p:cNvSpPr>
          <p:nvPr>
            <p:ph type="subTitle" idx="1"/>
          </p:nvPr>
        </p:nvSpPr>
        <p:spPr>
          <a:xfrm>
            <a:off x="4691954" y="3284752"/>
            <a:ext cx="3612000" cy="86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7" name="Google Shape;247;p23"/>
          <p:cNvSpPr txBox="1">
            <a:spLocks noGrp="1"/>
          </p:cNvSpPr>
          <p:nvPr>
            <p:ph type="subTitle" idx="2"/>
          </p:nvPr>
        </p:nvSpPr>
        <p:spPr>
          <a:xfrm>
            <a:off x="839975" y="3284752"/>
            <a:ext cx="3612000" cy="86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8" name="Google Shape;248;p23"/>
          <p:cNvSpPr txBox="1">
            <a:spLocks noGrp="1"/>
          </p:cNvSpPr>
          <p:nvPr>
            <p:ph type="subTitle" idx="3"/>
          </p:nvPr>
        </p:nvSpPr>
        <p:spPr>
          <a:xfrm>
            <a:off x="839975" y="2342450"/>
            <a:ext cx="3612000" cy="101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49" name="Google Shape;249;p23"/>
          <p:cNvSpPr txBox="1">
            <a:spLocks noGrp="1"/>
          </p:cNvSpPr>
          <p:nvPr>
            <p:ph type="subTitle" idx="4"/>
          </p:nvPr>
        </p:nvSpPr>
        <p:spPr>
          <a:xfrm>
            <a:off x="4691972" y="2342450"/>
            <a:ext cx="3612000" cy="101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50" name="Google Shape;250;p23"/>
          <p:cNvSpPr/>
          <p:nvPr/>
        </p:nvSpPr>
        <p:spPr>
          <a:xfrm rot="5400000">
            <a:off x="2150850" y="-1761150"/>
            <a:ext cx="4842300" cy="8665800"/>
          </a:xfrm>
          <a:prstGeom prst="bracketPair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3">
  <p:cSld name="TITLE_AND_TWO_COLUMNS_1_1"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"/>
          <p:cNvSpPr/>
          <p:nvPr/>
        </p:nvSpPr>
        <p:spPr>
          <a:xfrm>
            <a:off x="-690854" y="831214"/>
            <a:ext cx="1404077" cy="1318319"/>
          </a:xfrm>
          <a:custGeom>
            <a:avLst/>
            <a:gdLst/>
            <a:ahLst/>
            <a:cxnLst/>
            <a:rect l="l" t="t" r="r" b="b"/>
            <a:pathLst>
              <a:path w="13414" h="12595" extrusionOk="0">
                <a:moveTo>
                  <a:pt x="6393" y="1"/>
                </a:moveTo>
                <a:cubicBezTo>
                  <a:pt x="6010" y="1"/>
                  <a:pt x="5626" y="38"/>
                  <a:pt x="5242" y="124"/>
                </a:cubicBezTo>
                <a:cubicBezTo>
                  <a:pt x="2766" y="598"/>
                  <a:pt x="354" y="2515"/>
                  <a:pt x="177" y="5048"/>
                </a:cubicBezTo>
                <a:cubicBezTo>
                  <a:pt x="0" y="7821"/>
                  <a:pt x="3063" y="10064"/>
                  <a:pt x="5129" y="11330"/>
                </a:cubicBezTo>
                <a:cubicBezTo>
                  <a:pt x="6309" y="12076"/>
                  <a:pt x="7558" y="12595"/>
                  <a:pt x="8729" y="12595"/>
                </a:cubicBezTo>
                <a:cubicBezTo>
                  <a:pt x="9868" y="12595"/>
                  <a:pt x="10932" y="12105"/>
                  <a:pt x="11786" y="10856"/>
                </a:cubicBezTo>
                <a:cubicBezTo>
                  <a:pt x="13144" y="8854"/>
                  <a:pt x="13413" y="6137"/>
                  <a:pt x="12409" y="3959"/>
                </a:cubicBezTo>
                <a:cubicBezTo>
                  <a:pt x="11404" y="1751"/>
                  <a:pt x="9169" y="160"/>
                  <a:pt x="6749" y="11"/>
                </a:cubicBezTo>
                <a:cubicBezTo>
                  <a:pt x="6631" y="4"/>
                  <a:pt x="6512" y="1"/>
                  <a:pt x="6393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3" name="Google Shape;253;p24"/>
          <p:cNvSpPr/>
          <p:nvPr/>
        </p:nvSpPr>
        <p:spPr>
          <a:xfrm>
            <a:off x="8063173" y="3965293"/>
            <a:ext cx="1518102" cy="1898839"/>
          </a:xfrm>
          <a:custGeom>
            <a:avLst/>
            <a:gdLst/>
            <a:ahLst/>
            <a:cxnLst/>
            <a:rect l="l" t="t" r="r" b="b"/>
            <a:pathLst>
              <a:path w="7690" h="9619" extrusionOk="0">
                <a:moveTo>
                  <a:pt x="1814" y="0"/>
                </a:moveTo>
                <a:cubicBezTo>
                  <a:pt x="1314" y="0"/>
                  <a:pt x="835" y="161"/>
                  <a:pt x="503" y="527"/>
                </a:cubicBezTo>
                <a:cubicBezTo>
                  <a:pt x="114" y="938"/>
                  <a:pt x="1" y="1532"/>
                  <a:pt x="29" y="2063"/>
                </a:cubicBezTo>
                <a:cubicBezTo>
                  <a:pt x="57" y="2621"/>
                  <a:pt x="234" y="3152"/>
                  <a:pt x="383" y="3683"/>
                </a:cubicBezTo>
                <a:cubicBezTo>
                  <a:pt x="913" y="5777"/>
                  <a:pt x="149" y="9017"/>
                  <a:pt x="3064" y="9547"/>
                </a:cubicBezTo>
                <a:cubicBezTo>
                  <a:pt x="3307" y="9596"/>
                  <a:pt x="3542" y="9619"/>
                  <a:pt x="3768" y="9619"/>
                </a:cubicBezTo>
                <a:cubicBezTo>
                  <a:pt x="6281" y="9619"/>
                  <a:pt x="7690" y="6774"/>
                  <a:pt x="7365" y="4418"/>
                </a:cubicBezTo>
                <a:cubicBezTo>
                  <a:pt x="7252" y="3739"/>
                  <a:pt x="6983" y="3060"/>
                  <a:pt x="6573" y="2501"/>
                </a:cubicBezTo>
                <a:cubicBezTo>
                  <a:pt x="6276" y="2119"/>
                  <a:pt x="5922" y="1822"/>
                  <a:pt x="5512" y="1589"/>
                </a:cubicBezTo>
                <a:cubicBezTo>
                  <a:pt x="5129" y="1383"/>
                  <a:pt x="4684" y="1263"/>
                  <a:pt x="4274" y="1058"/>
                </a:cubicBezTo>
                <a:cubicBezTo>
                  <a:pt x="3863" y="825"/>
                  <a:pt x="3474" y="527"/>
                  <a:pt x="3064" y="322"/>
                </a:cubicBezTo>
                <a:cubicBezTo>
                  <a:pt x="2683" y="117"/>
                  <a:pt x="2240" y="0"/>
                  <a:pt x="1814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24"/>
          <p:cNvSpPr/>
          <p:nvPr/>
        </p:nvSpPr>
        <p:spPr>
          <a:xfrm>
            <a:off x="224750" y="1418775"/>
            <a:ext cx="215100" cy="258300"/>
          </a:xfrm>
          <a:prstGeom prst="bracketPair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5" name="Google Shape;255;p24"/>
          <p:cNvGrpSpPr/>
          <p:nvPr/>
        </p:nvGrpSpPr>
        <p:grpSpPr>
          <a:xfrm>
            <a:off x="7828972" y="294071"/>
            <a:ext cx="234196" cy="188409"/>
            <a:chOff x="3889166" y="1636096"/>
            <a:chExt cx="98179" cy="78984"/>
          </a:xfrm>
        </p:grpSpPr>
        <p:sp>
          <p:nvSpPr>
            <p:cNvPr id="256" name="Google Shape;256;p24"/>
            <p:cNvSpPr/>
            <p:nvPr/>
          </p:nvSpPr>
          <p:spPr>
            <a:xfrm>
              <a:off x="3889166" y="1636096"/>
              <a:ext cx="51237" cy="78984"/>
            </a:xfrm>
            <a:custGeom>
              <a:avLst/>
              <a:gdLst/>
              <a:ahLst/>
              <a:cxnLst/>
              <a:rect l="l" t="t" r="r" b="b"/>
              <a:pathLst>
                <a:path w="1444" h="2226" extrusionOk="0">
                  <a:moveTo>
                    <a:pt x="1234" y="0"/>
                  </a:moveTo>
                  <a:cubicBezTo>
                    <a:pt x="1175" y="0"/>
                    <a:pt x="1109" y="21"/>
                    <a:pt x="1062" y="68"/>
                  </a:cubicBezTo>
                  <a:lnTo>
                    <a:pt x="1" y="1165"/>
                  </a:lnTo>
                  <a:lnTo>
                    <a:pt x="1062" y="2162"/>
                  </a:lnTo>
                  <a:cubicBezTo>
                    <a:pt x="1118" y="2190"/>
                    <a:pt x="1175" y="2226"/>
                    <a:pt x="1203" y="2226"/>
                  </a:cubicBezTo>
                  <a:cubicBezTo>
                    <a:pt x="1267" y="2226"/>
                    <a:pt x="1324" y="2190"/>
                    <a:pt x="1380" y="2162"/>
                  </a:cubicBezTo>
                  <a:cubicBezTo>
                    <a:pt x="1444" y="2077"/>
                    <a:pt x="1444" y="1929"/>
                    <a:pt x="1352" y="1837"/>
                  </a:cubicBezTo>
                  <a:lnTo>
                    <a:pt x="616" y="1165"/>
                  </a:lnTo>
                  <a:lnTo>
                    <a:pt x="1380" y="365"/>
                  </a:lnTo>
                  <a:cubicBezTo>
                    <a:pt x="1444" y="280"/>
                    <a:pt x="1444" y="132"/>
                    <a:pt x="1352" y="40"/>
                  </a:cubicBezTo>
                  <a:cubicBezTo>
                    <a:pt x="1327" y="14"/>
                    <a:pt x="1282" y="0"/>
                    <a:pt x="1234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24"/>
            <p:cNvSpPr/>
            <p:nvPr/>
          </p:nvSpPr>
          <p:spPr>
            <a:xfrm>
              <a:off x="3935114" y="1636096"/>
              <a:ext cx="52230" cy="78984"/>
            </a:xfrm>
            <a:custGeom>
              <a:avLst/>
              <a:gdLst/>
              <a:ahLst/>
              <a:cxnLst/>
              <a:rect l="l" t="t" r="r" b="b"/>
              <a:pathLst>
                <a:path w="1472" h="2226" extrusionOk="0">
                  <a:moveTo>
                    <a:pt x="1240" y="0"/>
                  </a:moveTo>
                  <a:cubicBezTo>
                    <a:pt x="1174" y="0"/>
                    <a:pt x="1108" y="21"/>
                    <a:pt x="1062" y="68"/>
                  </a:cubicBezTo>
                  <a:lnTo>
                    <a:pt x="0" y="1165"/>
                  </a:lnTo>
                  <a:lnTo>
                    <a:pt x="1090" y="2162"/>
                  </a:lnTo>
                  <a:cubicBezTo>
                    <a:pt x="1118" y="2190"/>
                    <a:pt x="1182" y="2226"/>
                    <a:pt x="1210" y="2226"/>
                  </a:cubicBezTo>
                  <a:cubicBezTo>
                    <a:pt x="1267" y="2226"/>
                    <a:pt x="1323" y="2190"/>
                    <a:pt x="1387" y="2162"/>
                  </a:cubicBezTo>
                  <a:cubicBezTo>
                    <a:pt x="1472" y="2077"/>
                    <a:pt x="1444" y="1929"/>
                    <a:pt x="1359" y="1837"/>
                  </a:cubicBezTo>
                  <a:lnTo>
                    <a:pt x="616" y="1165"/>
                  </a:lnTo>
                  <a:lnTo>
                    <a:pt x="1387" y="365"/>
                  </a:lnTo>
                  <a:cubicBezTo>
                    <a:pt x="1472" y="280"/>
                    <a:pt x="1444" y="132"/>
                    <a:pt x="1387" y="40"/>
                  </a:cubicBezTo>
                  <a:cubicBezTo>
                    <a:pt x="1346" y="14"/>
                    <a:pt x="1293" y="0"/>
                    <a:pt x="1240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8" name="Google Shape;258;p24"/>
          <p:cNvGrpSpPr/>
          <p:nvPr/>
        </p:nvGrpSpPr>
        <p:grpSpPr>
          <a:xfrm>
            <a:off x="8246852" y="4332212"/>
            <a:ext cx="367931" cy="258169"/>
            <a:chOff x="4992850" y="4345375"/>
            <a:chExt cx="619413" cy="638400"/>
          </a:xfrm>
        </p:grpSpPr>
        <p:sp>
          <p:nvSpPr>
            <p:cNvPr id="259" name="Google Shape;259;p24"/>
            <p:cNvSpPr/>
            <p:nvPr/>
          </p:nvSpPr>
          <p:spPr>
            <a:xfrm>
              <a:off x="4992850" y="4345375"/>
              <a:ext cx="225900" cy="638400"/>
            </a:xfrm>
            <a:prstGeom prst="leftBrace">
              <a:avLst>
                <a:gd name="adj1" fmla="val 2174"/>
                <a:gd name="adj2" fmla="val 50000"/>
              </a:avLst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260;p24"/>
            <p:cNvSpPr/>
            <p:nvPr/>
          </p:nvSpPr>
          <p:spPr>
            <a:xfrm rot="10800000">
              <a:off x="5386363" y="4345375"/>
              <a:ext cx="225900" cy="638400"/>
            </a:xfrm>
            <a:prstGeom prst="leftBrace">
              <a:avLst>
                <a:gd name="adj1" fmla="val 2174"/>
                <a:gd name="adj2" fmla="val 50000"/>
              </a:avLst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1" name="Google Shape;261;p24"/>
          <p:cNvGrpSpPr/>
          <p:nvPr/>
        </p:nvGrpSpPr>
        <p:grpSpPr>
          <a:xfrm>
            <a:off x="8746054" y="957297"/>
            <a:ext cx="234788" cy="188409"/>
            <a:chOff x="4424582" y="1819850"/>
            <a:chExt cx="98427" cy="78984"/>
          </a:xfrm>
        </p:grpSpPr>
        <p:sp>
          <p:nvSpPr>
            <p:cNvPr id="262" name="Google Shape;262;p24"/>
            <p:cNvSpPr/>
            <p:nvPr/>
          </p:nvSpPr>
          <p:spPr>
            <a:xfrm>
              <a:off x="4470495" y="1819850"/>
              <a:ext cx="52514" cy="78984"/>
            </a:xfrm>
            <a:custGeom>
              <a:avLst/>
              <a:gdLst/>
              <a:ahLst/>
              <a:cxnLst/>
              <a:rect l="l" t="t" r="r" b="b"/>
              <a:pathLst>
                <a:path w="1480" h="2226" extrusionOk="0">
                  <a:moveTo>
                    <a:pt x="219" y="1"/>
                  </a:moveTo>
                  <a:cubicBezTo>
                    <a:pt x="174" y="1"/>
                    <a:pt x="130" y="15"/>
                    <a:pt x="93" y="39"/>
                  </a:cubicBezTo>
                  <a:cubicBezTo>
                    <a:pt x="1" y="131"/>
                    <a:pt x="1" y="280"/>
                    <a:pt x="93" y="365"/>
                  </a:cubicBezTo>
                  <a:lnTo>
                    <a:pt x="857" y="1136"/>
                  </a:lnTo>
                  <a:lnTo>
                    <a:pt x="93" y="1843"/>
                  </a:lnTo>
                  <a:cubicBezTo>
                    <a:pt x="1" y="1928"/>
                    <a:pt x="1" y="2077"/>
                    <a:pt x="93" y="2133"/>
                  </a:cubicBezTo>
                  <a:cubicBezTo>
                    <a:pt x="121" y="2197"/>
                    <a:pt x="178" y="2225"/>
                    <a:pt x="241" y="2225"/>
                  </a:cubicBezTo>
                  <a:cubicBezTo>
                    <a:pt x="298" y="2225"/>
                    <a:pt x="355" y="2197"/>
                    <a:pt x="383" y="2162"/>
                  </a:cubicBezTo>
                  <a:lnTo>
                    <a:pt x="1479" y="1164"/>
                  </a:lnTo>
                  <a:lnTo>
                    <a:pt x="383" y="75"/>
                  </a:lnTo>
                  <a:cubicBezTo>
                    <a:pt x="335" y="23"/>
                    <a:pt x="277" y="1"/>
                    <a:pt x="219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24"/>
            <p:cNvSpPr/>
            <p:nvPr/>
          </p:nvSpPr>
          <p:spPr>
            <a:xfrm>
              <a:off x="4424582" y="1819850"/>
              <a:ext cx="51237" cy="78984"/>
            </a:xfrm>
            <a:custGeom>
              <a:avLst/>
              <a:gdLst/>
              <a:ahLst/>
              <a:cxnLst/>
              <a:rect l="l" t="t" r="r" b="b"/>
              <a:pathLst>
                <a:path w="1444" h="2226" extrusionOk="0">
                  <a:moveTo>
                    <a:pt x="218" y="1"/>
                  </a:moveTo>
                  <a:cubicBezTo>
                    <a:pt x="172" y="1"/>
                    <a:pt x="126" y="15"/>
                    <a:pt x="85" y="39"/>
                  </a:cubicBezTo>
                  <a:cubicBezTo>
                    <a:pt x="0" y="131"/>
                    <a:pt x="0" y="280"/>
                    <a:pt x="85" y="365"/>
                  </a:cubicBezTo>
                  <a:lnTo>
                    <a:pt x="856" y="1136"/>
                  </a:lnTo>
                  <a:lnTo>
                    <a:pt x="85" y="1843"/>
                  </a:lnTo>
                  <a:cubicBezTo>
                    <a:pt x="0" y="1928"/>
                    <a:pt x="0" y="2077"/>
                    <a:pt x="85" y="2133"/>
                  </a:cubicBezTo>
                  <a:cubicBezTo>
                    <a:pt x="121" y="2197"/>
                    <a:pt x="177" y="2225"/>
                    <a:pt x="234" y="2225"/>
                  </a:cubicBezTo>
                  <a:cubicBezTo>
                    <a:pt x="297" y="2225"/>
                    <a:pt x="326" y="2197"/>
                    <a:pt x="382" y="2162"/>
                  </a:cubicBezTo>
                  <a:lnTo>
                    <a:pt x="1444" y="1164"/>
                  </a:lnTo>
                  <a:lnTo>
                    <a:pt x="382" y="75"/>
                  </a:lnTo>
                  <a:cubicBezTo>
                    <a:pt x="335" y="23"/>
                    <a:pt x="276" y="1"/>
                    <a:pt x="218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4" name="Google Shape;264;p2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65" name="Google Shape;265;p24"/>
          <p:cNvSpPr txBox="1">
            <a:spLocks noGrp="1"/>
          </p:cNvSpPr>
          <p:nvPr>
            <p:ph type="subTitle" idx="1"/>
          </p:nvPr>
        </p:nvSpPr>
        <p:spPr>
          <a:xfrm>
            <a:off x="4832078" y="1789575"/>
            <a:ext cx="3254100" cy="19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6" name="Google Shape;266;p24"/>
          <p:cNvSpPr txBox="1">
            <a:spLocks noGrp="1"/>
          </p:cNvSpPr>
          <p:nvPr>
            <p:ph type="subTitle" idx="2"/>
          </p:nvPr>
        </p:nvSpPr>
        <p:spPr>
          <a:xfrm>
            <a:off x="1057900" y="1789575"/>
            <a:ext cx="3254100" cy="19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7" name="Google Shape;267;p24"/>
          <p:cNvSpPr/>
          <p:nvPr/>
        </p:nvSpPr>
        <p:spPr>
          <a:xfrm rot="5400000">
            <a:off x="2150850" y="-1761150"/>
            <a:ext cx="4842300" cy="8665800"/>
          </a:xfrm>
          <a:prstGeom prst="bracketPair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25"/>
          <p:cNvSpPr/>
          <p:nvPr/>
        </p:nvSpPr>
        <p:spPr>
          <a:xfrm rot="5655372">
            <a:off x="-2129157" y="3022453"/>
            <a:ext cx="3864815" cy="3745843"/>
          </a:xfrm>
          <a:custGeom>
            <a:avLst/>
            <a:gdLst/>
            <a:ahLst/>
            <a:cxnLst/>
            <a:rect l="l" t="t" r="r" b="b"/>
            <a:pathLst>
              <a:path w="34694" h="33626" extrusionOk="0">
                <a:moveTo>
                  <a:pt x="26961" y="0"/>
                </a:moveTo>
                <a:cubicBezTo>
                  <a:pt x="26141" y="0"/>
                  <a:pt x="25322" y="151"/>
                  <a:pt x="24556" y="464"/>
                </a:cubicBezTo>
                <a:cubicBezTo>
                  <a:pt x="21698" y="1610"/>
                  <a:pt x="20134" y="4617"/>
                  <a:pt x="17835" y="6683"/>
                </a:cubicBezTo>
                <a:cubicBezTo>
                  <a:pt x="14743" y="9484"/>
                  <a:pt x="10676" y="9541"/>
                  <a:pt x="7223" y="11514"/>
                </a:cubicBezTo>
                <a:cubicBezTo>
                  <a:pt x="4217" y="13226"/>
                  <a:pt x="1712" y="16000"/>
                  <a:pt x="680" y="19332"/>
                </a:cubicBezTo>
                <a:cubicBezTo>
                  <a:pt x="121" y="21065"/>
                  <a:pt x="0" y="23223"/>
                  <a:pt x="382" y="25281"/>
                </a:cubicBezTo>
                <a:cubicBezTo>
                  <a:pt x="800" y="27432"/>
                  <a:pt x="1769" y="29441"/>
                  <a:pt x="3361" y="30679"/>
                </a:cubicBezTo>
                <a:cubicBezTo>
                  <a:pt x="6075" y="32748"/>
                  <a:pt x="9754" y="33625"/>
                  <a:pt x="13212" y="33625"/>
                </a:cubicBezTo>
                <a:cubicBezTo>
                  <a:pt x="14035" y="33625"/>
                  <a:pt x="14846" y="33576"/>
                  <a:pt x="15628" y="33480"/>
                </a:cubicBezTo>
                <a:cubicBezTo>
                  <a:pt x="16066" y="33417"/>
                  <a:pt x="16512" y="33360"/>
                  <a:pt x="16922" y="33268"/>
                </a:cubicBezTo>
                <a:cubicBezTo>
                  <a:pt x="19455" y="32801"/>
                  <a:pt x="21931" y="31768"/>
                  <a:pt x="23763" y="29971"/>
                </a:cubicBezTo>
                <a:cubicBezTo>
                  <a:pt x="25765" y="27998"/>
                  <a:pt x="26798" y="25840"/>
                  <a:pt x="27767" y="23251"/>
                </a:cubicBezTo>
                <a:cubicBezTo>
                  <a:pt x="28892" y="20273"/>
                  <a:pt x="30774" y="17676"/>
                  <a:pt x="32217" y="14846"/>
                </a:cubicBezTo>
                <a:cubicBezTo>
                  <a:pt x="33667" y="12045"/>
                  <a:pt x="34693" y="8805"/>
                  <a:pt x="33929" y="5742"/>
                </a:cubicBezTo>
                <a:cubicBezTo>
                  <a:pt x="33427" y="3768"/>
                  <a:pt x="32160" y="1964"/>
                  <a:pt x="30420" y="938"/>
                </a:cubicBezTo>
                <a:cubicBezTo>
                  <a:pt x="29369" y="324"/>
                  <a:pt x="28163" y="0"/>
                  <a:pt x="2696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25"/>
          <p:cNvSpPr/>
          <p:nvPr/>
        </p:nvSpPr>
        <p:spPr>
          <a:xfrm rot="-3917262">
            <a:off x="7631540" y="-1432759"/>
            <a:ext cx="3352710" cy="2977303"/>
          </a:xfrm>
          <a:custGeom>
            <a:avLst/>
            <a:gdLst/>
            <a:ahLst/>
            <a:cxnLst/>
            <a:rect l="l" t="t" r="r" b="b"/>
            <a:pathLst>
              <a:path w="34750" h="30859" extrusionOk="0">
                <a:moveTo>
                  <a:pt x="19927" y="1"/>
                </a:moveTo>
                <a:cubicBezTo>
                  <a:pt x="17317" y="1"/>
                  <a:pt x="14720" y="895"/>
                  <a:pt x="13116" y="2899"/>
                </a:cubicBezTo>
                <a:cubicBezTo>
                  <a:pt x="11970" y="4342"/>
                  <a:pt x="11440" y="6203"/>
                  <a:pt x="10492" y="7795"/>
                </a:cubicBezTo>
                <a:cubicBezTo>
                  <a:pt x="9346" y="9768"/>
                  <a:pt x="7606" y="11332"/>
                  <a:pt x="5837" y="12832"/>
                </a:cubicBezTo>
                <a:cubicBezTo>
                  <a:pt x="4542" y="13949"/>
                  <a:pt x="3184" y="15074"/>
                  <a:pt x="2208" y="16517"/>
                </a:cubicBezTo>
                <a:cubicBezTo>
                  <a:pt x="262" y="19290"/>
                  <a:pt x="1" y="23118"/>
                  <a:pt x="1472" y="26153"/>
                </a:cubicBezTo>
                <a:cubicBezTo>
                  <a:pt x="2859" y="28926"/>
                  <a:pt x="5250" y="30135"/>
                  <a:pt x="8221" y="30312"/>
                </a:cubicBezTo>
                <a:cubicBezTo>
                  <a:pt x="12027" y="30574"/>
                  <a:pt x="15826" y="30786"/>
                  <a:pt x="19632" y="30843"/>
                </a:cubicBezTo>
                <a:cubicBezTo>
                  <a:pt x="20489" y="30852"/>
                  <a:pt x="21343" y="30858"/>
                  <a:pt x="22195" y="30858"/>
                </a:cubicBezTo>
                <a:cubicBezTo>
                  <a:pt x="23952" y="30858"/>
                  <a:pt x="25703" y="30832"/>
                  <a:pt x="27470" y="30751"/>
                </a:cubicBezTo>
                <a:cubicBezTo>
                  <a:pt x="29126" y="30666"/>
                  <a:pt x="30894" y="30517"/>
                  <a:pt x="32246" y="29577"/>
                </a:cubicBezTo>
                <a:cubicBezTo>
                  <a:pt x="34042" y="28339"/>
                  <a:pt x="34750" y="25976"/>
                  <a:pt x="34488" y="23825"/>
                </a:cubicBezTo>
                <a:cubicBezTo>
                  <a:pt x="34219" y="21703"/>
                  <a:pt x="33102" y="19757"/>
                  <a:pt x="31863" y="17989"/>
                </a:cubicBezTo>
                <a:cubicBezTo>
                  <a:pt x="31099" y="16899"/>
                  <a:pt x="30243" y="15866"/>
                  <a:pt x="29656" y="14657"/>
                </a:cubicBezTo>
                <a:cubicBezTo>
                  <a:pt x="28680" y="12683"/>
                  <a:pt x="28447" y="10476"/>
                  <a:pt x="28029" y="8325"/>
                </a:cubicBezTo>
                <a:cubicBezTo>
                  <a:pt x="27591" y="6111"/>
                  <a:pt x="27675" y="3727"/>
                  <a:pt x="25971" y="1986"/>
                </a:cubicBezTo>
                <a:cubicBezTo>
                  <a:pt x="25058" y="1039"/>
                  <a:pt x="23728" y="543"/>
                  <a:pt x="22433" y="274"/>
                </a:cubicBezTo>
                <a:cubicBezTo>
                  <a:pt x="21619" y="95"/>
                  <a:pt x="20772" y="1"/>
                  <a:pt x="19927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1" name="Google Shape;271;p25"/>
          <p:cNvSpPr/>
          <p:nvPr/>
        </p:nvSpPr>
        <p:spPr>
          <a:xfrm rot="5400000">
            <a:off x="2150850" y="-1761150"/>
            <a:ext cx="4842300" cy="8665800"/>
          </a:xfrm>
          <a:prstGeom prst="bracketPair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72" name="Google Shape;272;p25"/>
          <p:cNvGrpSpPr/>
          <p:nvPr/>
        </p:nvGrpSpPr>
        <p:grpSpPr>
          <a:xfrm>
            <a:off x="124215" y="3908450"/>
            <a:ext cx="360758" cy="258297"/>
            <a:chOff x="4992850" y="4345375"/>
            <a:chExt cx="607336" cy="638400"/>
          </a:xfrm>
        </p:grpSpPr>
        <p:sp>
          <p:nvSpPr>
            <p:cNvPr id="273" name="Google Shape;273;p25"/>
            <p:cNvSpPr/>
            <p:nvPr/>
          </p:nvSpPr>
          <p:spPr>
            <a:xfrm>
              <a:off x="4992850" y="4345375"/>
              <a:ext cx="225900" cy="638400"/>
            </a:xfrm>
            <a:prstGeom prst="leftBrace">
              <a:avLst>
                <a:gd name="adj1" fmla="val 2174"/>
                <a:gd name="adj2" fmla="val 50000"/>
              </a:avLst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Google Shape;274;p25"/>
            <p:cNvSpPr/>
            <p:nvPr/>
          </p:nvSpPr>
          <p:spPr>
            <a:xfrm rot="10800000">
              <a:off x="5374286" y="4345375"/>
              <a:ext cx="225900" cy="638400"/>
            </a:xfrm>
            <a:prstGeom prst="leftBrace">
              <a:avLst>
                <a:gd name="adj1" fmla="val 2174"/>
                <a:gd name="adj2" fmla="val 50000"/>
              </a:avLst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75" name="Google Shape;275;p25"/>
          <p:cNvSpPr/>
          <p:nvPr/>
        </p:nvSpPr>
        <p:spPr>
          <a:xfrm>
            <a:off x="424525" y="2971075"/>
            <a:ext cx="215100" cy="258300"/>
          </a:xfrm>
          <a:prstGeom prst="bracketPair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76" name="Google Shape;276;p25"/>
          <p:cNvGrpSpPr/>
          <p:nvPr/>
        </p:nvGrpSpPr>
        <p:grpSpPr>
          <a:xfrm>
            <a:off x="8546697" y="4473421"/>
            <a:ext cx="234196" cy="188409"/>
            <a:chOff x="5151797" y="479071"/>
            <a:chExt cx="234196" cy="188409"/>
          </a:xfrm>
        </p:grpSpPr>
        <p:sp>
          <p:nvSpPr>
            <p:cNvPr id="277" name="Google Shape;277;p25"/>
            <p:cNvSpPr/>
            <p:nvPr/>
          </p:nvSpPr>
          <p:spPr>
            <a:xfrm>
              <a:off x="5151797" y="479071"/>
              <a:ext cx="122220" cy="188409"/>
            </a:xfrm>
            <a:custGeom>
              <a:avLst/>
              <a:gdLst/>
              <a:ahLst/>
              <a:cxnLst/>
              <a:rect l="l" t="t" r="r" b="b"/>
              <a:pathLst>
                <a:path w="1444" h="2226" extrusionOk="0">
                  <a:moveTo>
                    <a:pt x="1234" y="0"/>
                  </a:moveTo>
                  <a:cubicBezTo>
                    <a:pt x="1175" y="0"/>
                    <a:pt x="1109" y="21"/>
                    <a:pt x="1062" y="68"/>
                  </a:cubicBezTo>
                  <a:lnTo>
                    <a:pt x="1" y="1165"/>
                  </a:lnTo>
                  <a:lnTo>
                    <a:pt x="1062" y="2162"/>
                  </a:lnTo>
                  <a:cubicBezTo>
                    <a:pt x="1118" y="2190"/>
                    <a:pt x="1175" y="2226"/>
                    <a:pt x="1203" y="2226"/>
                  </a:cubicBezTo>
                  <a:cubicBezTo>
                    <a:pt x="1267" y="2226"/>
                    <a:pt x="1324" y="2190"/>
                    <a:pt x="1380" y="2162"/>
                  </a:cubicBezTo>
                  <a:cubicBezTo>
                    <a:pt x="1444" y="2077"/>
                    <a:pt x="1444" y="1929"/>
                    <a:pt x="1352" y="1837"/>
                  </a:cubicBezTo>
                  <a:lnTo>
                    <a:pt x="616" y="1165"/>
                  </a:lnTo>
                  <a:lnTo>
                    <a:pt x="1380" y="365"/>
                  </a:lnTo>
                  <a:cubicBezTo>
                    <a:pt x="1444" y="280"/>
                    <a:pt x="1444" y="132"/>
                    <a:pt x="1352" y="40"/>
                  </a:cubicBezTo>
                  <a:cubicBezTo>
                    <a:pt x="1327" y="14"/>
                    <a:pt x="1282" y="0"/>
                    <a:pt x="123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Google Shape;278;p25"/>
            <p:cNvSpPr/>
            <p:nvPr/>
          </p:nvSpPr>
          <p:spPr>
            <a:xfrm>
              <a:off x="5261402" y="479071"/>
              <a:ext cx="124590" cy="188409"/>
            </a:xfrm>
            <a:custGeom>
              <a:avLst/>
              <a:gdLst/>
              <a:ahLst/>
              <a:cxnLst/>
              <a:rect l="l" t="t" r="r" b="b"/>
              <a:pathLst>
                <a:path w="1472" h="2226" extrusionOk="0">
                  <a:moveTo>
                    <a:pt x="1240" y="0"/>
                  </a:moveTo>
                  <a:cubicBezTo>
                    <a:pt x="1174" y="0"/>
                    <a:pt x="1108" y="21"/>
                    <a:pt x="1062" y="68"/>
                  </a:cubicBezTo>
                  <a:lnTo>
                    <a:pt x="0" y="1165"/>
                  </a:lnTo>
                  <a:lnTo>
                    <a:pt x="1090" y="2162"/>
                  </a:lnTo>
                  <a:cubicBezTo>
                    <a:pt x="1118" y="2190"/>
                    <a:pt x="1182" y="2226"/>
                    <a:pt x="1210" y="2226"/>
                  </a:cubicBezTo>
                  <a:cubicBezTo>
                    <a:pt x="1267" y="2226"/>
                    <a:pt x="1323" y="2190"/>
                    <a:pt x="1387" y="2162"/>
                  </a:cubicBezTo>
                  <a:cubicBezTo>
                    <a:pt x="1472" y="2077"/>
                    <a:pt x="1444" y="1929"/>
                    <a:pt x="1359" y="1837"/>
                  </a:cubicBezTo>
                  <a:lnTo>
                    <a:pt x="616" y="1165"/>
                  </a:lnTo>
                  <a:lnTo>
                    <a:pt x="1387" y="365"/>
                  </a:lnTo>
                  <a:cubicBezTo>
                    <a:pt x="1472" y="280"/>
                    <a:pt x="1444" y="132"/>
                    <a:pt x="1387" y="40"/>
                  </a:cubicBezTo>
                  <a:cubicBezTo>
                    <a:pt x="1346" y="14"/>
                    <a:pt x="1293" y="0"/>
                    <a:pt x="124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9" name="Google Shape;279;p25"/>
          <p:cNvGrpSpPr/>
          <p:nvPr/>
        </p:nvGrpSpPr>
        <p:grpSpPr>
          <a:xfrm>
            <a:off x="8573904" y="256622"/>
            <a:ext cx="234788" cy="188409"/>
            <a:chOff x="6428979" y="917397"/>
            <a:chExt cx="234788" cy="188409"/>
          </a:xfrm>
        </p:grpSpPr>
        <p:sp>
          <p:nvSpPr>
            <p:cNvPr id="280" name="Google Shape;280;p25"/>
            <p:cNvSpPr/>
            <p:nvPr/>
          </p:nvSpPr>
          <p:spPr>
            <a:xfrm>
              <a:off x="6538500" y="917397"/>
              <a:ext cx="125267" cy="188409"/>
            </a:xfrm>
            <a:custGeom>
              <a:avLst/>
              <a:gdLst/>
              <a:ahLst/>
              <a:cxnLst/>
              <a:rect l="l" t="t" r="r" b="b"/>
              <a:pathLst>
                <a:path w="1480" h="2226" extrusionOk="0">
                  <a:moveTo>
                    <a:pt x="219" y="1"/>
                  </a:moveTo>
                  <a:cubicBezTo>
                    <a:pt x="174" y="1"/>
                    <a:pt x="130" y="15"/>
                    <a:pt x="93" y="39"/>
                  </a:cubicBezTo>
                  <a:cubicBezTo>
                    <a:pt x="1" y="131"/>
                    <a:pt x="1" y="280"/>
                    <a:pt x="93" y="365"/>
                  </a:cubicBezTo>
                  <a:lnTo>
                    <a:pt x="857" y="1136"/>
                  </a:lnTo>
                  <a:lnTo>
                    <a:pt x="93" y="1843"/>
                  </a:lnTo>
                  <a:cubicBezTo>
                    <a:pt x="1" y="1928"/>
                    <a:pt x="1" y="2077"/>
                    <a:pt x="93" y="2133"/>
                  </a:cubicBezTo>
                  <a:cubicBezTo>
                    <a:pt x="121" y="2197"/>
                    <a:pt x="178" y="2225"/>
                    <a:pt x="241" y="2225"/>
                  </a:cubicBezTo>
                  <a:cubicBezTo>
                    <a:pt x="298" y="2225"/>
                    <a:pt x="355" y="2197"/>
                    <a:pt x="383" y="2162"/>
                  </a:cubicBezTo>
                  <a:lnTo>
                    <a:pt x="1479" y="1164"/>
                  </a:lnTo>
                  <a:lnTo>
                    <a:pt x="383" y="75"/>
                  </a:lnTo>
                  <a:cubicBezTo>
                    <a:pt x="335" y="23"/>
                    <a:pt x="277" y="1"/>
                    <a:pt x="219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Google Shape;281;p25"/>
            <p:cNvSpPr/>
            <p:nvPr/>
          </p:nvSpPr>
          <p:spPr>
            <a:xfrm>
              <a:off x="6428979" y="917397"/>
              <a:ext cx="122220" cy="188409"/>
            </a:xfrm>
            <a:custGeom>
              <a:avLst/>
              <a:gdLst/>
              <a:ahLst/>
              <a:cxnLst/>
              <a:rect l="l" t="t" r="r" b="b"/>
              <a:pathLst>
                <a:path w="1444" h="2226" extrusionOk="0">
                  <a:moveTo>
                    <a:pt x="218" y="1"/>
                  </a:moveTo>
                  <a:cubicBezTo>
                    <a:pt x="172" y="1"/>
                    <a:pt x="126" y="15"/>
                    <a:pt x="85" y="39"/>
                  </a:cubicBezTo>
                  <a:cubicBezTo>
                    <a:pt x="0" y="131"/>
                    <a:pt x="0" y="280"/>
                    <a:pt x="85" y="365"/>
                  </a:cubicBezTo>
                  <a:lnTo>
                    <a:pt x="856" y="1136"/>
                  </a:lnTo>
                  <a:lnTo>
                    <a:pt x="85" y="1843"/>
                  </a:lnTo>
                  <a:cubicBezTo>
                    <a:pt x="0" y="1928"/>
                    <a:pt x="0" y="2077"/>
                    <a:pt x="85" y="2133"/>
                  </a:cubicBezTo>
                  <a:cubicBezTo>
                    <a:pt x="121" y="2197"/>
                    <a:pt x="177" y="2225"/>
                    <a:pt x="234" y="2225"/>
                  </a:cubicBezTo>
                  <a:cubicBezTo>
                    <a:pt x="297" y="2225"/>
                    <a:pt x="326" y="2197"/>
                    <a:pt x="382" y="2162"/>
                  </a:cubicBezTo>
                  <a:lnTo>
                    <a:pt x="1444" y="1164"/>
                  </a:lnTo>
                  <a:lnTo>
                    <a:pt x="382" y="75"/>
                  </a:lnTo>
                  <a:cubicBezTo>
                    <a:pt x="335" y="23"/>
                    <a:pt x="276" y="1"/>
                    <a:pt x="21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2" name="Google Shape;282;p25"/>
          <p:cNvSpPr/>
          <p:nvPr/>
        </p:nvSpPr>
        <p:spPr>
          <a:xfrm>
            <a:off x="8546700" y="1789475"/>
            <a:ext cx="289200" cy="258300"/>
          </a:xfrm>
          <a:prstGeom prst="bracePair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3" name="Google Shape;283;p2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84" name="Google Shape;284;p25"/>
          <p:cNvSpPr txBox="1">
            <a:spLocks noGrp="1"/>
          </p:cNvSpPr>
          <p:nvPr>
            <p:ph type="subTitle" idx="1"/>
          </p:nvPr>
        </p:nvSpPr>
        <p:spPr>
          <a:xfrm>
            <a:off x="937625" y="2511574"/>
            <a:ext cx="2175300" cy="85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5" name="Google Shape;285;p25"/>
          <p:cNvSpPr txBox="1">
            <a:spLocks noGrp="1"/>
          </p:cNvSpPr>
          <p:nvPr>
            <p:ph type="subTitle" idx="2"/>
          </p:nvPr>
        </p:nvSpPr>
        <p:spPr>
          <a:xfrm>
            <a:off x="3484347" y="2511574"/>
            <a:ext cx="2175300" cy="85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6" name="Google Shape;286;p25"/>
          <p:cNvSpPr txBox="1">
            <a:spLocks noGrp="1"/>
          </p:cNvSpPr>
          <p:nvPr>
            <p:ph type="subTitle" idx="3"/>
          </p:nvPr>
        </p:nvSpPr>
        <p:spPr>
          <a:xfrm>
            <a:off x="6031075" y="2511574"/>
            <a:ext cx="2175300" cy="85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7" name="Google Shape;287;p25"/>
          <p:cNvSpPr txBox="1">
            <a:spLocks noGrp="1"/>
          </p:cNvSpPr>
          <p:nvPr>
            <p:ph type="subTitle" idx="4"/>
          </p:nvPr>
        </p:nvSpPr>
        <p:spPr>
          <a:xfrm>
            <a:off x="937625" y="2037322"/>
            <a:ext cx="2175300" cy="498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88" name="Google Shape;288;p25"/>
          <p:cNvSpPr txBox="1">
            <a:spLocks noGrp="1"/>
          </p:cNvSpPr>
          <p:nvPr>
            <p:ph type="subTitle" idx="5"/>
          </p:nvPr>
        </p:nvSpPr>
        <p:spPr>
          <a:xfrm>
            <a:off x="3484350" y="2037322"/>
            <a:ext cx="2175300" cy="498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89" name="Google Shape;289;p25"/>
          <p:cNvSpPr txBox="1">
            <a:spLocks noGrp="1"/>
          </p:cNvSpPr>
          <p:nvPr>
            <p:ph type="subTitle" idx="6"/>
          </p:nvPr>
        </p:nvSpPr>
        <p:spPr>
          <a:xfrm>
            <a:off x="6031075" y="2037322"/>
            <a:ext cx="2175300" cy="498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26"/>
          <p:cNvSpPr/>
          <p:nvPr/>
        </p:nvSpPr>
        <p:spPr>
          <a:xfrm>
            <a:off x="8479425" y="230120"/>
            <a:ext cx="2496096" cy="1582356"/>
          </a:xfrm>
          <a:custGeom>
            <a:avLst/>
            <a:gdLst/>
            <a:ahLst/>
            <a:cxnLst/>
            <a:rect l="l" t="t" r="r" b="b"/>
            <a:pathLst>
              <a:path w="47371" h="30030" extrusionOk="0">
                <a:moveTo>
                  <a:pt x="30713" y="1"/>
                </a:moveTo>
                <a:cubicBezTo>
                  <a:pt x="29748" y="1"/>
                  <a:pt x="28782" y="127"/>
                  <a:pt x="27824" y="424"/>
                </a:cubicBezTo>
                <a:cubicBezTo>
                  <a:pt x="26233" y="898"/>
                  <a:pt x="24733" y="1605"/>
                  <a:pt x="23077" y="1931"/>
                </a:cubicBezTo>
                <a:cubicBezTo>
                  <a:pt x="22133" y="2112"/>
                  <a:pt x="21172" y="2158"/>
                  <a:pt x="20205" y="2158"/>
                </a:cubicBezTo>
                <a:cubicBezTo>
                  <a:pt x="19185" y="2158"/>
                  <a:pt x="18159" y="2106"/>
                  <a:pt x="17142" y="2106"/>
                </a:cubicBezTo>
                <a:cubicBezTo>
                  <a:pt x="15844" y="2106"/>
                  <a:pt x="14560" y="2191"/>
                  <a:pt x="13322" y="2574"/>
                </a:cubicBezTo>
                <a:cubicBezTo>
                  <a:pt x="11079" y="3282"/>
                  <a:pt x="9198" y="4966"/>
                  <a:pt x="8250" y="7088"/>
                </a:cubicBezTo>
                <a:cubicBezTo>
                  <a:pt x="7514" y="8708"/>
                  <a:pt x="7337" y="10505"/>
                  <a:pt x="6453" y="12012"/>
                </a:cubicBezTo>
                <a:cubicBezTo>
                  <a:pt x="5158" y="14247"/>
                  <a:pt x="2590" y="15513"/>
                  <a:pt x="1296" y="17756"/>
                </a:cubicBezTo>
                <a:cubicBezTo>
                  <a:pt x="1" y="20055"/>
                  <a:pt x="355" y="23062"/>
                  <a:pt x="1798" y="25304"/>
                </a:cubicBezTo>
                <a:cubicBezTo>
                  <a:pt x="1883" y="25389"/>
                  <a:pt x="1946" y="25509"/>
                  <a:pt x="2031" y="25630"/>
                </a:cubicBezTo>
                <a:cubicBezTo>
                  <a:pt x="3687" y="27865"/>
                  <a:pt x="6340" y="29195"/>
                  <a:pt x="9077" y="29726"/>
                </a:cubicBezTo>
                <a:cubicBezTo>
                  <a:pt x="10189" y="29941"/>
                  <a:pt x="11314" y="30029"/>
                  <a:pt x="12442" y="30029"/>
                </a:cubicBezTo>
                <a:cubicBezTo>
                  <a:pt x="14099" y="30029"/>
                  <a:pt x="15761" y="29838"/>
                  <a:pt x="17390" y="29577"/>
                </a:cubicBezTo>
                <a:cubicBezTo>
                  <a:pt x="18897" y="29344"/>
                  <a:pt x="20425" y="29047"/>
                  <a:pt x="21960" y="29018"/>
                </a:cubicBezTo>
                <a:cubicBezTo>
                  <a:pt x="22130" y="29012"/>
                  <a:pt x="22300" y="29010"/>
                  <a:pt x="22470" y="29010"/>
                </a:cubicBezTo>
                <a:cubicBezTo>
                  <a:pt x="24892" y="29010"/>
                  <a:pt x="27287" y="29585"/>
                  <a:pt x="29713" y="29698"/>
                </a:cubicBezTo>
                <a:cubicBezTo>
                  <a:pt x="29922" y="29707"/>
                  <a:pt x="30132" y="29711"/>
                  <a:pt x="30343" y="29711"/>
                </a:cubicBezTo>
                <a:cubicBezTo>
                  <a:pt x="32751" y="29711"/>
                  <a:pt x="35268" y="29093"/>
                  <a:pt x="36816" y="27278"/>
                </a:cubicBezTo>
                <a:cubicBezTo>
                  <a:pt x="37672" y="26274"/>
                  <a:pt x="38139" y="25007"/>
                  <a:pt x="39143" y="24123"/>
                </a:cubicBezTo>
                <a:cubicBezTo>
                  <a:pt x="40120" y="23295"/>
                  <a:pt x="41414" y="22977"/>
                  <a:pt x="42560" y="22383"/>
                </a:cubicBezTo>
                <a:cubicBezTo>
                  <a:pt x="44859" y="21173"/>
                  <a:pt x="46366" y="18789"/>
                  <a:pt x="46869" y="16256"/>
                </a:cubicBezTo>
                <a:cubicBezTo>
                  <a:pt x="47371" y="13717"/>
                  <a:pt x="46925" y="11064"/>
                  <a:pt x="45984" y="8651"/>
                </a:cubicBezTo>
                <a:cubicBezTo>
                  <a:pt x="44541" y="4966"/>
                  <a:pt x="40735" y="2751"/>
                  <a:pt x="37141" y="1428"/>
                </a:cubicBezTo>
                <a:cubicBezTo>
                  <a:pt x="35075" y="648"/>
                  <a:pt x="32897" y="1"/>
                  <a:pt x="30713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2" name="Google Shape;292;p26"/>
          <p:cNvSpPr/>
          <p:nvPr/>
        </p:nvSpPr>
        <p:spPr>
          <a:xfrm rot="-3555177">
            <a:off x="-1456144" y="2911698"/>
            <a:ext cx="2122762" cy="1993144"/>
          </a:xfrm>
          <a:custGeom>
            <a:avLst/>
            <a:gdLst/>
            <a:ahLst/>
            <a:cxnLst/>
            <a:rect l="l" t="t" r="r" b="b"/>
            <a:pathLst>
              <a:path w="13414" h="12595" extrusionOk="0">
                <a:moveTo>
                  <a:pt x="6393" y="1"/>
                </a:moveTo>
                <a:cubicBezTo>
                  <a:pt x="6010" y="1"/>
                  <a:pt x="5626" y="38"/>
                  <a:pt x="5242" y="124"/>
                </a:cubicBezTo>
                <a:cubicBezTo>
                  <a:pt x="2766" y="598"/>
                  <a:pt x="354" y="2515"/>
                  <a:pt x="177" y="5048"/>
                </a:cubicBezTo>
                <a:cubicBezTo>
                  <a:pt x="0" y="7821"/>
                  <a:pt x="3063" y="10064"/>
                  <a:pt x="5129" y="11330"/>
                </a:cubicBezTo>
                <a:cubicBezTo>
                  <a:pt x="6309" y="12076"/>
                  <a:pt x="7558" y="12595"/>
                  <a:pt x="8729" y="12595"/>
                </a:cubicBezTo>
                <a:cubicBezTo>
                  <a:pt x="9868" y="12595"/>
                  <a:pt x="10932" y="12105"/>
                  <a:pt x="11786" y="10856"/>
                </a:cubicBezTo>
                <a:cubicBezTo>
                  <a:pt x="13144" y="8854"/>
                  <a:pt x="13413" y="6137"/>
                  <a:pt x="12409" y="3959"/>
                </a:cubicBezTo>
                <a:cubicBezTo>
                  <a:pt x="11404" y="1751"/>
                  <a:pt x="9169" y="160"/>
                  <a:pt x="6749" y="11"/>
                </a:cubicBezTo>
                <a:cubicBezTo>
                  <a:pt x="6631" y="4"/>
                  <a:pt x="6512" y="1"/>
                  <a:pt x="6393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93" name="Google Shape;293;p26"/>
          <p:cNvGrpSpPr/>
          <p:nvPr/>
        </p:nvGrpSpPr>
        <p:grpSpPr>
          <a:xfrm>
            <a:off x="167265" y="3779125"/>
            <a:ext cx="360758" cy="258297"/>
            <a:chOff x="4992850" y="4345375"/>
            <a:chExt cx="607336" cy="638400"/>
          </a:xfrm>
        </p:grpSpPr>
        <p:sp>
          <p:nvSpPr>
            <p:cNvPr id="294" name="Google Shape;294;p26"/>
            <p:cNvSpPr/>
            <p:nvPr/>
          </p:nvSpPr>
          <p:spPr>
            <a:xfrm>
              <a:off x="4992850" y="4345375"/>
              <a:ext cx="225900" cy="638400"/>
            </a:xfrm>
            <a:prstGeom prst="leftBrace">
              <a:avLst>
                <a:gd name="adj1" fmla="val 2174"/>
                <a:gd name="adj2" fmla="val 50000"/>
              </a:avLst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Google Shape;295;p26"/>
            <p:cNvSpPr/>
            <p:nvPr/>
          </p:nvSpPr>
          <p:spPr>
            <a:xfrm rot="10800000">
              <a:off x="5374286" y="4345375"/>
              <a:ext cx="225900" cy="638400"/>
            </a:xfrm>
            <a:prstGeom prst="leftBrace">
              <a:avLst>
                <a:gd name="adj1" fmla="val 2174"/>
                <a:gd name="adj2" fmla="val 50000"/>
              </a:avLst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96" name="Google Shape;296;p26"/>
          <p:cNvSpPr/>
          <p:nvPr/>
        </p:nvSpPr>
        <p:spPr>
          <a:xfrm>
            <a:off x="8479425" y="539500"/>
            <a:ext cx="215100" cy="258300"/>
          </a:xfrm>
          <a:prstGeom prst="bracketPair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97" name="Google Shape;297;p26"/>
          <p:cNvGrpSpPr/>
          <p:nvPr/>
        </p:nvGrpSpPr>
        <p:grpSpPr>
          <a:xfrm>
            <a:off x="485797" y="4603996"/>
            <a:ext cx="234196" cy="188409"/>
            <a:chOff x="5151797" y="479071"/>
            <a:chExt cx="234196" cy="188409"/>
          </a:xfrm>
        </p:grpSpPr>
        <p:sp>
          <p:nvSpPr>
            <p:cNvPr id="298" name="Google Shape;298;p26"/>
            <p:cNvSpPr/>
            <p:nvPr/>
          </p:nvSpPr>
          <p:spPr>
            <a:xfrm>
              <a:off x="5151797" y="479071"/>
              <a:ext cx="122220" cy="188409"/>
            </a:xfrm>
            <a:custGeom>
              <a:avLst/>
              <a:gdLst/>
              <a:ahLst/>
              <a:cxnLst/>
              <a:rect l="l" t="t" r="r" b="b"/>
              <a:pathLst>
                <a:path w="1444" h="2226" extrusionOk="0">
                  <a:moveTo>
                    <a:pt x="1234" y="0"/>
                  </a:moveTo>
                  <a:cubicBezTo>
                    <a:pt x="1175" y="0"/>
                    <a:pt x="1109" y="21"/>
                    <a:pt x="1062" y="68"/>
                  </a:cubicBezTo>
                  <a:lnTo>
                    <a:pt x="1" y="1165"/>
                  </a:lnTo>
                  <a:lnTo>
                    <a:pt x="1062" y="2162"/>
                  </a:lnTo>
                  <a:cubicBezTo>
                    <a:pt x="1118" y="2190"/>
                    <a:pt x="1175" y="2226"/>
                    <a:pt x="1203" y="2226"/>
                  </a:cubicBezTo>
                  <a:cubicBezTo>
                    <a:pt x="1267" y="2226"/>
                    <a:pt x="1324" y="2190"/>
                    <a:pt x="1380" y="2162"/>
                  </a:cubicBezTo>
                  <a:cubicBezTo>
                    <a:pt x="1444" y="2077"/>
                    <a:pt x="1444" y="1929"/>
                    <a:pt x="1352" y="1837"/>
                  </a:cubicBezTo>
                  <a:lnTo>
                    <a:pt x="616" y="1165"/>
                  </a:lnTo>
                  <a:lnTo>
                    <a:pt x="1380" y="365"/>
                  </a:lnTo>
                  <a:cubicBezTo>
                    <a:pt x="1444" y="280"/>
                    <a:pt x="1444" y="132"/>
                    <a:pt x="1352" y="40"/>
                  </a:cubicBezTo>
                  <a:cubicBezTo>
                    <a:pt x="1327" y="14"/>
                    <a:pt x="1282" y="0"/>
                    <a:pt x="123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Google Shape;299;p26"/>
            <p:cNvSpPr/>
            <p:nvPr/>
          </p:nvSpPr>
          <p:spPr>
            <a:xfrm>
              <a:off x="5261402" y="479071"/>
              <a:ext cx="124590" cy="188409"/>
            </a:xfrm>
            <a:custGeom>
              <a:avLst/>
              <a:gdLst/>
              <a:ahLst/>
              <a:cxnLst/>
              <a:rect l="l" t="t" r="r" b="b"/>
              <a:pathLst>
                <a:path w="1472" h="2226" extrusionOk="0">
                  <a:moveTo>
                    <a:pt x="1240" y="0"/>
                  </a:moveTo>
                  <a:cubicBezTo>
                    <a:pt x="1174" y="0"/>
                    <a:pt x="1108" y="21"/>
                    <a:pt x="1062" y="68"/>
                  </a:cubicBezTo>
                  <a:lnTo>
                    <a:pt x="0" y="1165"/>
                  </a:lnTo>
                  <a:lnTo>
                    <a:pt x="1090" y="2162"/>
                  </a:lnTo>
                  <a:cubicBezTo>
                    <a:pt x="1118" y="2190"/>
                    <a:pt x="1182" y="2226"/>
                    <a:pt x="1210" y="2226"/>
                  </a:cubicBezTo>
                  <a:cubicBezTo>
                    <a:pt x="1267" y="2226"/>
                    <a:pt x="1323" y="2190"/>
                    <a:pt x="1387" y="2162"/>
                  </a:cubicBezTo>
                  <a:cubicBezTo>
                    <a:pt x="1472" y="2077"/>
                    <a:pt x="1444" y="1929"/>
                    <a:pt x="1359" y="1837"/>
                  </a:cubicBezTo>
                  <a:lnTo>
                    <a:pt x="616" y="1165"/>
                  </a:lnTo>
                  <a:lnTo>
                    <a:pt x="1387" y="365"/>
                  </a:lnTo>
                  <a:cubicBezTo>
                    <a:pt x="1472" y="280"/>
                    <a:pt x="1444" y="132"/>
                    <a:pt x="1387" y="40"/>
                  </a:cubicBezTo>
                  <a:cubicBezTo>
                    <a:pt x="1346" y="14"/>
                    <a:pt x="1293" y="0"/>
                    <a:pt x="124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0" name="Google Shape;300;p26"/>
          <p:cNvGrpSpPr/>
          <p:nvPr/>
        </p:nvGrpSpPr>
        <p:grpSpPr>
          <a:xfrm>
            <a:off x="8595429" y="3449772"/>
            <a:ext cx="234788" cy="188409"/>
            <a:chOff x="6428979" y="917397"/>
            <a:chExt cx="234788" cy="188409"/>
          </a:xfrm>
        </p:grpSpPr>
        <p:sp>
          <p:nvSpPr>
            <p:cNvPr id="301" name="Google Shape;301;p26"/>
            <p:cNvSpPr/>
            <p:nvPr/>
          </p:nvSpPr>
          <p:spPr>
            <a:xfrm>
              <a:off x="6538500" y="917397"/>
              <a:ext cx="125267" cy="188409"/>
            </a:xfrm>
            <a:custGeom>
              <a:avLst/>
              <a:gdLst/>
              <a:ahLst/>
              <a:cxnLst/>
              <a:rect l="l" t="t" r="r" b="b"/>
              <a:pathLst>
                <a:path w="1480" h="2226" extrusionOk="0">
                  <a:moveTo>
                    <a:pt x="219" y="1"/>
                  </a:moveTo>
                  <a:cubicBezTo>
                    <a:pt x="174" y="1"/>
                    <a:pt x="130" y="15"/>
                    <a:pt x="93" y="39"/>
                  </a:cubicBezTo>
                  <a:cubicBezTo>
                    <a:pt x="1" y="131"/>
                    <a:pt x="1" y="280"/>
                    <a:pt x="93" y="365"/>
                  </a:cubicBezTo>
                  <a:lnTo>
                    <a:pt x="857" y="1136"/>
                  </a:lnTo>
                  <a:lnTo>
                    <a:pt x="93" y="1843"/>
                  </a:lnTo>
                  <a:cubicBezTo>
                    <a:pt x="1" y="1928"/>
                    <a:pt x="1" y="2077"/>
                    <a:pt x="93" y="2133"/>
                  </a:cubicBezTo>
                  <a:cubicBezTo>
                    <a:pt x="121" y="2197"/>
                    <a:pt x="178" y="2225"/>
                    <a:pt x="241" y="2225"/>
                  </a:cubicBezTo>
                  <a:cubicBezTo>
                    <a:pt x="298" y="2225"/>
                    <a:pt x="355" y="2197"/>
                    <a:pt x="383" y="2162"/>
                  </a:cubicBezTo>
                  <a:lnTo>
                    <a:pt x="1479" y="1164"/>
                  </a:lnTo>
                  <a:lnTo>
                    <a:pt x="383" y="75"/>
                  </a:lnTo>
                  <a:cubicBezTo>
                    <a:pt x="335" y="23"/>
                    <a:pt x="277" y="1"/>
                    <a:pt x="219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Google Shape;302;p26"/>
            <p:cNvSpPr/>
            <p:nvPr/>
          </p:nvSpPr>
          <p:spPr>
            <a:xfrm>
              <a:off x="6428979" y="917397"/>
              <a:ext cx="122220" cy="188409"/>
            </a:xfrm>
            <a:custGeom>
              <a:avLst/>
              <a:gdLst/>
              <a:ahLst/>
              <a:cxnLst/>
              <a:rect l="l" t="t" r="r" b="b"/>
              <a:pathLst>
                <a:path w="1444" h="2226" extrusionOk="0">
                  <a:moveTo>
                    <a:pt x="218" y="1"/>
                  </a:moveTo>
                  <a:cubicBezTo>
                    <a:pt x="172" y="1"/>
                    <a:pt x="126" y="15"/>
                    <a:pt x="85" y="39"/>
                  </a:cubicBezTo>
                  <a:cubicBezTo>
                    <a:pt x="0" y="131"/>
                    <a:pt x="0" y="280"/>
                    <a:pt x="85" y="365"/>
                  </a:cubicBezTo>
                  <a:lnTo>
                    <a:pt x="856" y="1136"/>
                  </a:lnTo>
                  <a:lnTo>
                    <a:pt x="85" y="1843"/>
                  </a:lnTo>
                  <a:cubicBezTo>
                    <a:pt x="0" y="1928"/>
                    <a:pt x="0" y="2077"/>
                    <a:pt x="85" y="2133"/>
                  </a:cubicBezTo>
                  <a:cubicBezTo>
                    <a:pt x="121" y="2197"/>
                    <a:pt x="177" y="2225"/>
                    <a:pt x="234" y="2225"/>
                  </a:cubicBezTo>
                  <a:cubicBezTo>
                    <a:pt x="297" y="2225"/>
                    <a:pt x="326" y="2197"/>
                    <a:pt x="382" y="2162"/>
                  </a:cubicBezTo>
                  <a:lnTo>
                    <a:pt x="1444" y="1164"/>
                  </a:lnTo>
                  <a:lnTo>
                    <a:pt x="382" y="75"/>
                  </a:lnTo>
                  <a:cubicBezTo>
                    <a:pt x="335" y="23"/>
                    <a:pt x="276" y="1"/>
                    <a:pt x="21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3" name="Google Shape;303;p26"/>
          <p:cNvSpPr/>
          <p:nvPr/>
        </p:nvSpPr>
        <p:spPr>
          <a:xfrm>
            <a:off x="8652025" y="1231400"/>
            <a:ext cx="289200" cy="258300"/>
          </a:xfrm>
          <a:prstGeom prst="bracePair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4" name="Google Shape;304;p2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05" name="Google Shape;305;p26"/>
          <p:cNvSpPr txBox="1">
            <a:spLocks noGrp="1"/>
          </p:cNvSpPr>
          <p:nvPr>
            <p:ph type="subTitle" idx="1"/>
          </p:nvPr>
        </p:nvSpPr>
        <p:spPr>
          <a:xfrm>
            <a:off x="1618875" y="1926977"/>
            <a:ext cx="23730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6" name="Google Shape;306;p26"/>
          <p:cNvSpPr txBox="1">
            <a:spLocks noGrp="1"/>
          </p:cNvSpPr>
          <p:nvPr>
            <p:ph type="subTitle" idx="2"/>
          </p:nvPr>
        </p:nvSpPr>
        <p:spPr>
          <a:xfrm>
            <a:off x="5152013" y="1926977"/>
            <a:ext cx="23730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7" name="Google Shape;307;p26"/>
          <p:cNvSpPr txBox="1">
            <a:spLocks noGrp="1"/>
          </p:cNvSpPr>
          <p:nvPr>
            <p:ph type="subTitle" idx="3"/>
          </p:nvPr>
        </p:nvSpPr>
        <p:spPr>
          <a:xfrm>
            <a:off x="1618875" y="3569852"/>
            <a:ext cx="23730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8" name="Google Shape;308;p26"/>
          <p:cNvSpPr txBox="1">
            <a:spLocks noGrp="1"/>
          </p:cNvSpPr>
          <p:nvPr>
            <p:ph type="subTitle" idx="4"/>
          </p:nvPr>
        </p:nvSpPr>
        <p:spPr>
          <a:xfrm>
            <a:off x="5152013" y="3569852"/>
            <a:ext cx="23730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9" name="Google Shape;309;p26"/>
          <p:cNvSpPr txBox="1">
            <a:spLocks noGrp="1"/>
          </p:cNvSpPr>
          <p:nvPr>
            <p:ph type="subTitle" idx="5"/>
          </p:nvPr>
        </p:nvSpPr>
        <p:spPr>
          <a:xfrm>
            <a:off x="1618875" y="1489700"/>
            <a:ext cx="2373000" cy="505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10" name="Google Shape;310;p26"/>
          <p:cNvSpPr txBox="1">
            <a:spLocks noGrp="1"/>
          </p:cNvSpPr>
          <p:nvPr>
            <p:ph type="subTitle" idx="6"/>
          </p:nvPr>
        </p:nvSpPr>
        <p:spPr>
          <a:xfrm>
            <a:off x="1618875" y="3132675"/>
            <a:ext cx="2373000" cy="505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11" name="Google Shape;311;p26"/>
          <p:cNvSpPr txBox="1">
            <a:spLocks noGrp="1"/>
          </p:cNvSpPr>
          <p:nvPr>
            <p:ph type="subTitle" idx="7"/>
          </p:nvPr>
        </p:nvSpPr>
        <p:spPr>
          <a:xfrm>
            <a:off x="5152008" y="1489700"/>
            <a:ext cx="2373000" cy="505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12" name="Google Shape;312;p26"/>
          <p:cNvSpPr txBox="1">
            <a:spLocks noGrp="1"/>
          </p:cNvSpPr>
          <p:nvPr>
            <p:ph type="subTitle" idx="8"/>
          </p:nvPr>
        </p:nvSpPr>
        <p:spPr>
          <a:xfrm>
            <a:off x="5152008" y="3132675"/>
            <a:ext cx="2373000" cy="505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13" name="Google Shape;313;p26"/>
          <p:cNvSpPr/>
          <p:nvPr/>
        </p:nvSpPr>
        <p:spPr>
          <a:xfrm rot="5400000">
            <a:off x="2150850" y="-1761150"/>
            <a:ext cx="4842300" cy="8665800"/>
          </a:xfrm>
          <a:prstGeom prst="bracketPair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1">
  <p:cSld name="CUSTOM_5_1"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27"/>
          <p:cNvSpPr/>
          <p:nvPr/>
        </p:nvSpPr>
        <p:spPr>
          <a:xfrm>
            <a:off x="8432226" y="-375650"/>
            <a:ext cx="1395293" cy="1745295"/>
          </a:xfrm>
          <a:custGeom>
            <a:avLst/>
            <a:gdLst/>
            <a:ahLst/>
            <a:cxnLst/>
            <a:rect l="l" t="t" r="r" b="b"/>
            <a:pathLst>
              <a:path w="7690" h="9619" extrusionOk="0">
                <a:moveTo>
                  <a:pt x="1814" y="0"/>
                </a:moveTo>
                <a:cubicBezTo>
                  <a:pt x="1314" y="0"/>
                  <a:pt x="835" y="161"/>
                  <a:pt x="503" y="527"/>
                </a:cubicBezTo>
                <a:cubicBezTo>
                  <a:pt x="114" y="938"/>
                  <a:pt x="1" y="1532"/>
                  <a:pt x="29" y="2063"/>
                </a:cubicBezTo>
                <a:cubicBezTo>
                  <a:pt x="57" y="2621"/>
                  <a:pt x="234" y="3152"/>
                  <a:pt x="383" y="3683"/>
                </a:cubicBezTo>
                <a:cubicBezTo>
                  <a:pt x="913" y="5777"/>
                  <a:pt x="149" y="9017"/>
                  <a:pt x="3064" y="9547"/>
                </a:cubicBezTo>
                <a:cubicBezTo>
                  <a:pt x="3307" y="9596"/>
                  <a:pt x="3542" y="9619"/>
                  <a:pt x="3768" y="9619"/>
                </a:cubicBezTo>
                <a:cubicBezTo>
                  <a:pt x="6281" y="9619"/>
                  <a:pt x="7690" y="6774"/>
                  <a:pt x="7365" y="4418"/>
                </a:cubicBezTo>
                <a:cubicBezTo>
                  <a:pt x="7252" y="3739"/>
                  <a:pt x="6983" y="3060"/>
                  <a:pt x="6573" y="2501"/>
                </a:cubicBezTo>
                <a:cubicBezTo>
                  <a:pt x="6276" y="2119"/>
                  <a:pt x="5922" y="1822"/>
                  <a:pt x="5512" y="1589"/>
                </a:cubicBezTo>
                <a:cubicBezTo>
                  <a:pt x="5129" y="1383"/>
                  <a:pt x="4684" y="1263"/>
                  <a:pt x="4274" y="1058"/>
                </a:cubicBezTo>
                <a:cubicBezTo>
                  <a:pt x="3863" y="825"/>
                  <a:pt x="3474" y="527"/>
                  <a:pt x="3064" y="322"/>
                </a:cubicBezTo>
                <a:cubicBezTo>
                  <a:pt x="2683" y="117"/>
                  <a:pt x="2240" y="0"/>
                  <a:pt x="1814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6" name="Google Shape;316;p27"/>
          <p:cNvSpPr/>
          <p:nvPr/>
        </p:nvSpPr>
        <p:spPr>
          <a:xfrm rot="-3555079">
            <a:off x="-738071" y="2310738"/>
            <a:ext cx="1257907" cy="1181115"/>
          </a:xfrm>
          <a:custGeom>
            <a:avLst/>
            <a:gdLst/>
            <a:ahLst/>
            <a:cxnLst/>
            <a:rect l="l" t="t" r="r" b="b"/>
            <a:pathLst>
              <a:path w="13414" h="12595" extrusionOk="0">
                <a:moveTo>
                  <a:pt x="6393" y="1"/>
                </a:moveTo>
                <a:cubicBezTo>
                  <a:pt x="6010" y="1"/>
                  <a:pt x="5626" y="38"/>
                  <a:pt x="5242" y="124"/>
                </a:cubicBezTo>
                <a:cubicBezTo>
                  <a:pt x="2766" y="598"/>
                  <a:pt x="354" y="2515"/>
                  <a:pt x="177" y="5048"/>
                </a:cubicBezTo>
                <a:cubicBezTo>
                  <a:pt x="0" y="7821"/>
                  <a:pt x="3063" y="10064"/>
                  <a:pt x="5129" y="11330"/>
                </a:cubicBezTo>
                <a:cubicBezTo>
                  <a:pt x="6309" y="12076"/>
                  <a:pt x="7558" y="12595"/>
                  <a:pt x="8729" y="12595"/>
                </a:cubicBezTo>
                <a:cubicBezTo>
                  <a:pt x="9868" y="12595"/>
                  <a:pt x="10932" y="12105"/>
                  <a:pt x="11786" y="10856"/>
                </a:cubicBezTo>
                <a:cubicBezTo>
                  <a:pt x="13144" y="8854"/>
                  <a:pt x="13413" y="6137"/>
                  <a:pt x="12409" y="3959"/>
                </a:cubicBezTo>
                <a:cubicBezTo>
                  <a:pt x="11404" y="1751"/>
                  <a:pt x="9169" y="160"/>
                  <a:pt x="6749" y="11"/>
                </a:cubicBezTo>
                <a:cubicBezTo>
                  <a:pt x="6631" y="4"/>
                  <a:pt x="6512" y="1"/>
                  <a:pt x="6393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17" name="Google Shape;317;p27"/>
          <p:cNvGrpSpPr/>
          <p:nvPr/>
        </p:nvGrpSpPr>
        <p:grpSpPr>
          <a:xfrm>
            <a:off x="8788054" y="1644572"/>
            <a:ext cx="234788" cy="188409"/>
            <a:chOff x="6428979" y="917397"/>
            <a:chExt cx="234788" cy="188409"/>
          </a:xfrm>
        </p:grpSpPr>
        <p:sp>
          <p:nvSpPr>
            <p:cNvPr id="318" name="Google Shape;318;p27"/>
            <p:cNvSpPr/>
            <p:nvPr/>
          </p:nvSpPr>
          <p:spPr>
            <a:xfrm>
              <a:off x="6538500" y="917397"/>
              <a:ext cx="125267" cy="188409"/>
            </a:xfrm>
            <a:custGeom>
              <a:avLst/>
              <a:gdLst/>
              <a:ahLst/>
              <a:cxnLst/>
              <a:rect l="l" t="t" r="r" b="b"/>
              <a:pathLst>
                <a:path w="1480" h="2226" extrusionOk="0">
                  <a:moveTo>
                    <a:pt x="219" y="1"/>
                  </a:moveTo>
                  <a:cubicBezTo>
                    <a:pt x="174" y="1"/>
                    <a:pt x="130" y="15"/>
                    <a:pt x="93" y="39"/>
                  </a:cubicBezTo>
                  <a:cubicBezTo>
                    <a:pt x="1" y="131"/>
                    <a:pt x="1" y="280"/>
                    <a:pt x="93" y="365"/>
                  </a:cubicBezTo>
                  <a:lnTo>
                    <a:pt x="857" y="1136"/>
                  </a:lnTo>
                  <a:lnTo>
                    <a:pt x="93" y="1843"/>
                  </a:lnTo>
                  <a:cubicBezTo>
                    <a:pt x="1" y="1928"/>
                    <a:pt x="1" y="2077"/>
                    <a:pt x="93" y="2133"/>
                  </a:cubicBezTo>
                  <a:cubicBezTo>
                    <a:pt x="121" y="2197"/>
                    <a:pt x="178" y="2225"/>
                    <a:pt x="241" y="2225"/>
                  </a:cubicBezTo>
                  <a:cubicBezTo>
                    <a:pt x="298" y="2225"/>
                    <a:pt x="355" y="2197"/>
                    <a:pt x="383" y="2162"/>
                  </a:cubicBezTo>
                  <a:lnTo>
                    <a:pt x="1479" y="1164"/>
                  </a:lnTo>
                  <a:lnTo>
                    <a:pt x="383" y="75"/>
                  </a:lnTo>
                  <a:cubicBezTo>
                    <a:pt x="335" y="23"/>
                    <a:pt x="277" y="1"/>
                    <a:pt x="219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319;p27"/>
            <p:cNvSpPr/>
            <p:nvPr/>
          </p:nvSpPr>
          <p:spPr>
            <a:xfrm>
              <a:off x="6428979" y="917397"/>
              <a:ext cx="122220" cy="188409"/>
            </a:xfrm>
            <a:custGeom>
              <a:avLst/>
              <a:gdLst/>
              <a:ahLst/>
              <a:cxnLst/>
              <a:rect l="l" t="t" r="r" b="b"/>
              <a:pathLst>
                <a:path w="1444" h="2226" extrusionOk="0">
                  <a:moveTo>
                    <a:pt x="218" y="1"/>
                  </a:moveTo>
                  <a:cubicBezTo>
                    <a:pt x="172" y="1"/>
                    <a:pt x="126" y="15"/>
                    <a:pt x="85" y="39"/>
                  </a:cubicBezTo>
                  <a:cubicBezTo>
                    <a:pt x="0" y="131"/>
                    <a:pt x="0" y="280"/>
                    <a:pt x="85" y="365"/>
                  </a:cubicBezTo>
                  <a:lnTo>
                    <a:pt x="856" y="1136"/>
                  </a:lnTo>
                  <a:lnTo>
                    <a:pt x="85" y="1843"/>
                  </a:lnTo>
                  <a:cubicBezTo>
                    <a:pt x="0" y="1928"/>
                    <a:pt x="0" y="2077"/>
                    <a:pt x="85" y="2133"/>
                  </a:cubicBezTo>
                  <a:cubicBezTo>
                    <a:pt x="121" y="2197"/>
                    <a:pt x="177" y="2225"/>
                    <a:pt x="234" y="2225"/>
                  </a:cubicBezTo>
                  <a:cubicBezTo>
                    <a:pt x="297" y="2225"/>
                    <a:pt x="326" y="2197"/>
                    <a:pt x="382" y="2162"/>
                  </a:cubicBezTo>
                  <a:lnTo>
                    <a:pt x="1444" y="1164"/>
                  </a:lnTo>
                  <a:lnTo>
                    <a:pt x="382" y="75"/>
                  </a:lnTo>
                  <a:cubicBezTo>
                    <a:pt x="335" y="23"/>
                    <a:pt x="276" y="1"/>
                    <a:pt x="21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20" name="Google Shape;320;p27"/>
          <p:cNvSpPr/>
          <p:nvPr/>
        </p:nvSpPr>
        <p:spPr>
          <a:xfrm>
            <a:off x="8760850" y="854125"/>
            <a:ext cx="289200" cy="258300"/>
          </a:xfrm>
          <a:prstGeom prst="bracePair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1" name="Google Shape;321;p27"/>
          <p:cNvSpPr/>
          <p:nvPr/>
        </p:nvSpPr>
        <p:spPr>
          <a:xfrm>
            <a:off x="81150" y="2708188"/>
            <a:ext cx="215100" cy="258300"/>
          </a:xfrm>
          <a:prstGeom prst="bracketPair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2" name="Google Shape;322;p2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23" name="Google Shape;323;p27"/>
          <p:cNvSpPr txBox="1">
            <a:spLocks noGrp="1"/>
          </p:cNvSpPr>
          <p:nvPr>
            <p:ph type="subTitle" idx="1"/>
          </p:nvPr>
        </p:nvSpPr>
        <p:spPr>
          <a:xfrm>
            <a:off x="1618113" y="1561615"/>
            <a:ext cx="4040700" cy="34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4" name="Google Shape;324;p27"/>
          <p:cNvSpPr txBox="1">
            <a:spLocks noGrp="1"/>
          </p:cNvSpPr>
          <p:nvPr>
            <p:ph type="subTitle" idx="2"/>
          </p:nvPr>
        </p:nvSpPr>
        <p:spPr>
          <a:xfrm>
            <a:off x="1618120" y="2458540"/>
            <a:ext cx="4040700" cy="34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5" name="Google Shape;325;p27"/>
          <p:cNvSpPr txBox="1">
            <a:spLocks noGrp="1"/>
          </p:cNvSpPr>
          <p:nvPr>
            <p:ph type="subTitle" idx="3"/>
          </p:nvPr>
        </p:nvSpPr>
        <p:spPr>
          <a:xfrm>
            <a:off x="1618113" y="3355465"/>
            <a:ext cx="4040700" cy="34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6" name="Google Shape;326;p27"/>
          <p:cNvSpPr txBox="1">
            <a:spLocks noGrp="1"/>
          </p:cNvSpPr>
          <p:nvPr>
            <p:ph type="subTitle" idx="4"/>
          </p:nvPr>
        </p:nvSpPr>
        <p:spPr>
          <a:xfrm>
            <a:off x="1618120" y="4252390"/>
            <a:ext cx="4040700" cy="34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7" name="Google Shape;327;p27"/>
          <p:cNvSpPr txBox="1">
            <a:spLocks noGrp="1"/>
          </p:cNvSpPr>
          <p:nvPr>
            <p:ph type="subTitle" idx="5"/>
          </p:nvPr>
        </p:nvSpPr>
        <p:spPr>
          <a:xfrm>
            <a:off x="1618113" y="1317250"/>
            <a:ext cx="4040700" cy="399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28" name="Google Shape;328;p27"/>
          <p:cNvSpPr txBox="1">
            <a:spLocks noGrp="1"/>
          </p:cNvSpPr>
          <p:nvPr>
            <p:ph type="subTitle" idx="6"/>
          </p:nvPr>
        </p:nvSpPr>
        <p:spPr>
          <a:xfrm>
            <a:off x="1618113" y="3111217"/>
            <a:ext cx="4040700" cy="399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29" name="Google Shape;329;p27"/>
          <p:cNvSpPr txBox="1">
            <a:spLocks noGrp="1"/>
          </p:cNvSpPr>
          <p:nvPr>
            <p:ph type="subTitle" idx="7"/>
          </p:nvPr>
        </p:nvSpPr>
        <p:spPr>
          <a:xfrm>
            <a:off x="1618113" y="2214233"/>
            <a:ext cx="4040700" cy="399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30" name="Google Shape;330;p27"/>
          <p:cNvSpPr txBox="1">
            <a:spLocks noGrp="1"/>
          </p:cNvSpPr>
          <p:nvPr>
            <p:ph type="subTitle" idx="8"/>
          </p:nvPr>
        </p:nvSpPr>
        <p:spPr>
          <a:xfrm>
            <a:off x="1618113" y="4008200"/>
            <a:ext cx="4040700" cy="399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31" name="Google Shape;331;p27"/>
          <p:cNvSpPr/>
          <p:nvPr/>
        </p:nvSpPr>
        <p:spPr>
          <a:xfrm rot="5400000">
            <a:off x="2150850" y="-1761150"/>
            <a:ext cx="4842300" cy="8665800"/>
          </a:xfrm>
          <a:prstGeom prst="bracketPair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2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34" name="Google Shape;334;p28"/>
          <p:cNvSpPr txBox="1">
            <a:spLocks noGrp="1"/>
          </p:cNvSpPr>
          <p:nvPr>
            <p:ph type="subTitle" idx="1"/>
          </p:nvPr>
        </p:nvSpPr>
        <p:spPr>
          <a:xfrm>
            <a:off x="1109152" y="2080877"/>
            <a:ext cx="19860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5" name="Google Shape;335;p28"/>
          <p:cNvSpPr txBox="1">
            <a:spLocks noGrp="1"/>
          </p:cNvSpPr>
          <p:nvPr>
            <p:ph type="subTitle" idx="2"/>
          </p:nvPr>
        </p:nvSpPr>
        <p:spPr>
          <a:xfrm>
            <a:off x="3579000" y="2080877"/>
            <a:ext cx="19860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6" name="Google Shape;336;p28"/>
          <p:cNvSpPr txBox="1">
            <a:spLocks noGrp="1"/>
          </p:cNvSpPr>
          <p:nvPr>
            <p:ph type="subTitle" idx="3"/>
          </p:nvPr>
        </p:nvSpPr>
        <p:spPr>
          <a:xfrm>
            <a:off x="1109152" y="3511102"/>
            <a:ext cx="19860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7" name="Google Shape;337;p28"/>
          <p:cNvSpPr txBox="1">
            <a:spLocks noGrp="1"/>
          </p:cNvSpPr>
          <p:nvPr>
            <p:ph type="subTitle" idx="4"/>
          </p:nvPr>
        </p:nvSpPr>
        <p:spPr>
          <a:xfrm>
            <a:off x="3579000" y="3511102"/>
            <a:ext cx="19860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8" name="Google Shape;338;p28"/>
          <p:cNvSpPr txBox="1">
            <a:spLocks noGrp="1"/>
          </p:cNvSpPr>
          <p:nvPr>
            <p:ph type="subTitle" idx="5"/>
          </p:nvPr>
        </p:nvSpPr>
        <p:spPr>
          <a:xfrm>
            <a:off x="6048848" y="2080877"/>
            <a:ext cx="19860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9" name="Google Shape;339;p28"/>
          <p:cNvSpPr txBox="1">
            <a:spLocks noGrp="1"/>
          </p:cNvSpPr>
          <p:nvPr>
            <p:ph type="subTitle" idx="6"/>
          </p:nvPr>
        </p:nvSpPr>
        <p:spPr>
          <a:xfrm>
            <a:off x="6048848" y="3511102"/>
            <a:ext cx="19860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0" name="Google Shape;340;p28"/>
          <p:cNvSpPr txBox="1">
            <a:spLocks noGrp="1"/>
          </p:cNvSpPr>
          <p:nvPr>
            <p:ph type="subTitle" idx="7"/>
          </p:nvPr>
        </p:nvSpPr>
        <p:spPr>
          <a:xfrm>
            <a:off x="1113052" y="1656599"/>
            <a:ext cx="19782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41" name="Google Shape;341;p28"/>
          <p:cNvSpPr txBox="1">
            <a:spLocks noGrp="1"/>
          </p:cNvSpPr>
          <p:nvPr>
            <p:ph type="subTitle" idx="8"/>
          </p:nvPr>
        </p:nvSpPr>
        <p:spPr>
          <a:xfrm>
            <a:off x="3582900" y="1656599"/>
            <a:ext cx="19782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42" name="Google Shape;342;p28"/>
          <p:cNvSpPr txBox="1">
            <a:spLocks noGrp="1"/>
          </p:cNvSpPr>
          <p:nvPr>
            <p:ph type="subTitle" idx="9"/>
          </p:nvPr>
        </p:nvSpPr>
        <p:spPr>
          <a:xfrm>
            <a:off x="6052748" y="1656599"/>
            <a:ext cx="19782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43" name="Google Shape;343;p28"/>
          <p:cNvSpPr txBox="1">
            <a:spLocks noGrp="1"/>
          </p:cNvSpPr>
          <p:nvPr>
            <p:ph type="subTitle" idx="13"/>
          </p:nvPr>
        </p:nvSpPr>
        <p:spPr>
          <a:xfrm>
            <a:off x="1113052" y="3086800"/>
            <a:ext cx="19782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44" name="Google Shape;344;p28"/>
          <p:cNvSpPr txBox="1">
            <a:spLocks noGrp="1"/>
          </p:cNvSpPr>
          <p:nvPr>
            <p:ph type="subTitle" idx="14"/>
          </p:nvPr>
        </p:nvSpPr>
        <p:spPr>
          <a:xfrm>
            <a:off x="3582900" y="3086800"/>
            <a:ext cx="19782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45" name="Google Shape;345;p28"/>
          <p:cNvSpPr txBox="1">
            <a:spLocks noGrp="1"/>
          </p:cNvSpPr>
          <p:nvPr>
            <p:ph type="subTitle" idx="15"/>
          </p:nvPr>
        </p:nvSpPr>
        <p:spPr>
          <a:xfrm>
            <a:off x="6052748" y="3086800"/>
            <a:ext cx="19782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46" name="Google Shape;346;p28"/>
          <p:cNvSpPr/>
          <p:nvPr/>
        </p:nvSpPr>
        <p:spPr>
          <a:xfrm rot="5400000">
            <a:off x="2150850" y="-1761150"/>
            <a:ext cx="4842300" cy="8665800"/>
          </a:xfrm>
          <a:prstGeom prst="bracketPair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p28"/>
          <p:cNvSpPr/>
          <p:nvPr/>
        </p:nvSpPr>
        <p:spPr>
          <a:xfrm rot="775147" flipH="1">
            <a:off x="-1527367" y="-114758"/>
            <a:ext cx="2259394" cy="2189843"/>
          </a:xfrm>
          <a:custGeom>
            <a:avLst/>
            <a:gdLst/>
            <a:ahLst/>
            <a:cxnLst/>
            <a:rect l="l" t="t" r="r" b="b"/>
            <a:pathLst>
              <a:path w="34694" h="33626" extrusionOk="0">
                <a:moveTo>
                  <a:pt x="26961" y="0"/>
                </a:moveTo>
                <a:cubicBezTo>
                  <a:pt x="26141" y="0"/>
                  <a:pt x="25322" y="151"/>
                  <a:pt x="24556" y="464"/>
                </a:cubicBezTo>
                <a:cubicBezTo>
                  <a:pt x="21698" y="1610"/>
                  <a:pt x="20134" y="4617"/>
                  <a:pt x="17835" y="6683"/>
                </a:cubicBezTo>
                <a:cubicBezTo>
                  <a:pt x="14743" y="9484"/>
                  <a:pt x="10676" y="9541"/>
                  <a:pt x="7223" y="11514"/>
                </a:cubicBezTo>
                <a:cubicBezTo>
                  <a:pt x="4217" y="13226"/>
                  <a:pt x="1712" y="16000"/>
                  <a:pt x="680" y="19332"/>
                </a:cubicBezTo>
                <a:cubicBezTo>
                  <a:pt x="121" y="21065"/>
                  <a:pt x="0" y="23223"/>
                  <a:pt x="382" y="25281"/>
                </a:cubicBezTo>
                <a:cubicBezTo>
                  <a:pt x="800" y="27432"/>
                  <a:pt x="1769" y="29441"/>
                  <a:pt x="3361" y="30679"/>
                </a:cubicBezTo>
                <a:cubicBezTo>
                  <a:pt x="6075" y="32748"/>
                  <a:pt x="9754" y="33625"/>
                  <a:pt x="13212" y="33625"/>
                </a:cubicBezTo>
                <a:cubicBezTo>
                  <a:pt x="14035" y="33625"/>
                  <a:pt x="14846" y="33576"/>
                  <a:pt x="15628" y="33480"/>
                </a:cubicBezTo>
                <a:cubicBezTo>
                  <a:pt x="16066" y="33417"/>
                  <a:pt x="16512" y="33360"/>
                  <a:pt x="16922" y="33268"/>
                </a:cubicBezTo>
                <a:cubicBezTo>
                  <a:pt x="19455" y="32801"/>
                  <a:pt x="21931" y="31768"/>
                  <a:pt x="23763" y="29971"/>
                </a:cubicBezTo>
                <a:cubicBezTo>
                  <a:pt x="25765" y="27998"/>
                  <a:pt x="26798" y="25840"/>
                  <a:pt x="27767" y="23251"/>
                </a:cubicBezTo>
                <a:cubicBezTo>
                  <a:pt x="28892" y="20273"/>
                  <a:pt x="30774" y="17676"/>
                  <a:pt x="32217" y="14846"/>
                </a:cubicBezTo>
                <a:cubicBezTo>
                  <a:pt x="33667" y="12045"/>
                  <a:pt x="34693" y="8805"/>
                  <a:pt x="33929" y="5742"/>
                </a:cubicBezTo>
                <a:cubicBezTo>
                  <a:pt x="33427" y="3768"/>
                  <a:pt x="32160" y="1964"/>
                  <a:pt x="30420" y="938"/>
                </a:cubicBezTo>
                <a:cubicBezTo>
                  <a:pt x="29369" y="324"/>
                  <a:pt x="28163" y="0"/>
                  <a:pt x="2696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p28"/>
          <p:cNvSpPr/>
          <p:nvPr/>
        </p:nvSpPr>
        <p:spPr>
          <a:xfrm rot="1970999">
            <a:off x="8582834" y="2457675"/>
            <a:ext cx="1631059" cy="2040203"/>
          </a:xfrm>
          <a:custGeom>
            <a:avLst/>
            <a:gdLst/>
            <a:ahLst/>
            <a:cxnLst/>
            <a:rect l="l" t="t" r="r" b="b"/>
            <a:pathLst>
              <a:path w="7690" h="9619" extrusionOk="0">
                <a:moveTo>
                  <a:pt x="1814" y="0"/>
                </a:moveTo>
                <a:cubicBezTo>
                  <a:pt x="1314" y="0"/>
                  <a:pt x="835" y="161"/>
                  <a:pt x="503" y="527"/>
                </a:cubicBezTo>
                <a:cubicBezTo>
                  <a:pt x="114" y="938"/>
                  <a:pt x="1" y="1532"/>
                  <a:pt x="29" y="2063"/>
                </a:cubicBezTo>
                <a:cubicBezTo>
                  <a:pt x="57" y="2621"/>
                  <a:pt x="234" y="3152"/>
                  <a:pt x="383" y="3683"/>
                </a:cubicBezTo>
                <a:cubicBezTo>
                  <a:pt x="913" y="5777"/>
                  <a:pt x="149" y="9017"/>
                  <a:pt x="3064" y="9547"/>
                </a:cubicBezTo>
                <a:cubicBezTo>
                  <a:pt x="3307" y="9596"/>
                  <a:pt x="3542" y="9619"/>
                  <a:pt x="3768" y="9619"/>
                </a:cubicBezTo>
                <a:cubicBezTo>
                  <a:pt x="6281" y="9619"/>
                  <a:pt x="7690" y="6774"/>
                  <a:pt x="7365" y="4418"/>
                </a:cubicBezTo>
                <a:cubicBezTo>
                  <a:pt x="7252" y="3739"/>
                  <a:pt x="6983" y="3060"/>
                  <a:pt x="6573" y="2501"/>
                </a:cubicBezTo>
                <a:cubicBezTo>
                  <a:pt x="6276" y="2119"/>
                  <a:pt x="5922" y="1822"/>
                  <a:pt x="5512" y="1589"/>
                </a:cubicBezTo>
                <a:cubicBezTo>
                  <a:pt x="5129" y="1383"/>
                  <a:pt x="4684" y="1263"/>
                  <a:pt x="4274" y="1058"/>
                </a:cubicBezTo>
                <a:cubicBezTo>
                  <a:pt x="3863" y="825"/>
                  <a:pt x="3474" y="527"/>
                  <a:pt x="3064" y="322"/>
                </a:cubicBezTo>
                <a:cubicBezTo>
                  <a:pt x="2683" y="117"/>
                  <a:pt x="2240" y="0"/>
                  <a:pt x="1814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9" name="Google Shape;349;p28"/>
          <p:cNvGrpSpPr/>
          <p:nvPr/>
        </p:nvGrpSpPr>
        <p:grpSpPr>
          <a:xfrm>
            <a:off x="167240" y="3879375"/>
            <a:ext cx="360758" cy="258297"/>
            <a:chOff x="4992850" y="4345375"/>
            <a:chExt cx="607336" cy="638400"/>
          </a:xfrm>
        </p:grpSpPr>
        <p:sp>
          <p:nvSpPr>
            <p:cNvPr id="350" name="Google Shape;350;p28"/>
            <p:cNvSpPr/>
            <p:nvPr/>
          </p:nvSpPr>
          <p:spPr>
            <a:xfrm>
              <a:off x="4992850" y="4345375"/>
              <a:ext cx="225900" cy="638400"/>
            </a:xfrm>
            <a:prstGeom prst="leftBrace">
              <a:avLst>
                <a:gd name="adj1" fmla="val 2174"/>
                <a:gd name="adj2" fmla="val 50000"/>
              </a:avLst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351;p28"/>
            <p:cNvSpPr/>
            <p:nvPr/>
          </p:nvSpPr>
          <p:spPr>
            <a:xfrm rot="10800000">
              <a:off x="5374286" y="4345375"/>
              <a:ext cx="225900" cy="638400"/>
            </a:xfrm>
            <a:prstGeom prst="leftBrace">
              <a:avLst>
                <a:gd name="adj1" fmla="val 2174"/>
                <a:gd name="adj2" fmla="val 50000"/>
              </a:avLst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2" name="Google Shape;352;p28"/>
          <p:cNvSpPr/>
          <p:nvPr/>
        </p:nvSpPr>
        <p:spPr>
          <a:xfrm>
            <a:off x="8760825" y="3621075"/>
            <a:ext cx="215100" cy="258300"/>
          </a:xfrm>
          <a:prstGeom prst="bracketPair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3" name="Google Shape;353;p28"/>
          <p:cNvGrpSpPr/>
          <p:nvPr/>
        </p:nvGrpSpPr>
        <p:grpSpPr>
          <a:xfrm>
            <a:off x="665547" y="4674796"/>
            <a:ext cx="234196" cy="188409"/>
            <a:chOff x="5151797" y="479071"/>
            <a:chExt cx="234196" cy="188409"/>
          </a:xfrm>
        </p:grpSpPr>
        <p:sp>
          <p:nvSpPr>
            <p:cNvPr id="354" name="Google Shape;354;p28"/>
            <p:cNvSpPr/>
            <p:nvPr/>
          </p:nvSpPr>
          <p:spPr>
            <a:xfrm>
              <a:off x="5151797" y="479071"/>
              <a:ext cx="122220" cy="188409"/>
            </a:xfrm>
            <a:custGeom>
              <a:avLst/>
              <a:gdLst/>
              <a:ahLst/>
              <a:cxnLst/>
              <a:rect l="l" t="t" r="r" b="b"/>
              <a:pathLst>
                <a:path w="1444" h="2226" extrusionOk="0">
                  <a:moveTo>
                    <a:pt x="1234" y="0"/>
                  </a:moveTo>
                  <a:cubicBezTo>
                    <a:pt x="1175" y="0"/>
                    <a:pt x="1109" y="21"/>
                    <a:pt x="1062" y="68"/>
                  </a:cubicBezTo>
                  <a:lnTo>
                    <a:pt x="1" y="1165"/>
                  </a:lnTo>
                  <a:lnTo>
                    <a:pt x="1062" y="2162"/>
                  </a:lnTo>
                  <a:cubicBezTo>
                    <a:pt x="1118" y="2190"/>
                    <a:pt x="1175" y="2226"/>
                    <a:pt x="1203" y="2226"/>
                  </a:cubicBezTo>
                  <a:cubicBezTo>
                    <a:pt x="1267" y="2226"/>
                    <a:pt x="1324" y="2190"/>
                    <a:pt x="1380" y="2162"/>
                  </a:cubicBezTo>
                  <a:cubicBezTo>
                    <a:pt x="1444" y="2077"/>
                    <a:pt x="1444" y="1929"/>
                    <a:pt x="1352" y="1837"/>
                  </a:cubicBezTo>
                  <a:lnTo>
                    <a:pt x="616" y="1165"/>
                  </a:lnTo>
                  <a:lnTo>
                    <a:pt x="1380" y="365"/>
                  </a:lnTo>
                  <a:cubicBezTo>
                    <a:pt x="1444" y="280"/>
                    <a:pt x="1444" y="132"/>
                    <a:pt x="1352" y="40"/>
                  </a:cubicBezTo>
                  <a:cubicBezTo>
                    <a:pt x="1327" y="14"/>
                    <a:pt x="1282" y="0"/>
                    <a:pt x="123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Google Shape;355;p28"/>
            <p:cNvSpPr/>
            <p:nvPr/>
          </p:nvSpPr>
          <p:spPr>
            <a:xfrm>
              <a:off x="5261402" y="479071"/>
              <a:ext cx="124590" cy="188409"/>
            </a:xfrm>
            <a:custGeom>
              <a:avLst/>
              <a:gdLst/>
              <a:ahLst/>
              <a:cxnLst/>
              <a:rect l="l" t="t" r="r" b="b"/>
              <a:pathLst>
                <a:path w="1472" h="2226" extrusionOk="0">
                  <a:moveTo>
                    <a:pt x="1240" y="0"/>
                  </a:moveTo>
                  <a:cubicBezTo>
                    <a:pt x="1174" y="0"/>
                    <a:pt x="1108" y="21"/>
                    <a:pt x="1062" y="68"/>
                  </a:cubicBezTo>
                  <a:lnTo>
                    <a:pt x="0" y="1165"/>
                  </a:lnTo>
                  <a:lnTo>
                    <a:pt x="1090" y="2162"/>
                  </a:lnTo>
                  <a:cubicBezTo>
                    <a:pt x="1118" y="2190"/>
                    <a:pt x="1182" y="2226"/>
                    <a:pt x="1210" y="2226"/>
                  </a:cubicBezTo>
                  <a:cubicBezTo>
                    <a:pt x="1267" y="2226"/>
                    <a:pt x="1323" y="2190"/>
                    <a:pt x="1387" y="2162"/>
                  </a:cubicBezTo>
                  <a:cubicBezTo>
                    <a:pt x="1472" y="2077"/>
                    <a:pt x="1444" y="1929"/>
                    <a:pt x="1359" y="1837"/>
                  </a:cubicBezTo>
                  <a:lnTo>
                    <a:pt x="616" y="1165"/>
                  </a:lnTo>
                  <a:lnTo>
                    <a:pt x="1387" y="365"/>
                  </a:lnTo>
                  <a:cubicBezTo>
                    <a:pt x="1472" y="280"/>
                    <a:pt x="1444" y="132"/>
                    <a:pt x="1387" y="40"/>
                  </a:cubicBezTo>
                  <a:cubicBezTo>
                    <a:pt x="1346" y="14"/>
                    <a:pt x="1293" y="0"/>
                    <a:pt x="124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6" name="Google Shape;356;p28"/>
          <p:cNvGrpSpPr/>
          <p:nvPr/>
        </p:nvGrpSpPr>
        <p:grpSpPr>
          <a:xfrm>
            <a:off x="8652804" y="2111547"/>
            <a:ext cx="234788" cy="188409"/>
            <a:chOff x="6428979" y="917397"/>
            <a:chExt cx="234788" cy="188409"/>
          </a:xfrm>
        </p:grpSpPr>
        <p:sp>
          <p:nvSpPr>
            <p:cNvPr id="357" name="Google Shape;357;p28"/>
            <p:cNvSpPr/>
            <p:nvPr/>
          </p:nvSpPr>
          <p:spPr>
            <a:xfrm>
              <a:off x="6538500" y="917397"/>
              <a:ext cx="125267" cy="188409"/>
            </a:xfrm>
            <a:custGeom>
              <a:avLst/>
              <a:gdLst/>
              <a:ahLst/>
              <a:cxnLst/>
              <a:rect l="l" t="t" r="r" b="b"/>
              <a:pathLst>
                <a:path w="1480" h="2226" extrusionOk="0">
                  <a:moveTo>
                    <a:pt x="219" y="1"/>
                  </a:moveTo>
                  <a:cubicBezTo>
                    <a:pt x="174" y="1"/>
                    <a:pt x="130" y="15"/>
                    <a:pt x="93" y="39"/>
                  </a:cubicBezTo>
                  <a:cubicBezTo>
                    <a:pt x="1" y="131"/>
                    <a:pt x="1" y="280"/>
                    <a:pt x="93" y="365"/>
                  </a:cubicBezTo>
                  <a:lnTo>
                    <a:pt x="857" y="1136"/>
                  </a:lnTo>
                  <a:lnTo>
                    <a:pt x="93" y="1843"/>
                  </a:lnTo>
                  <a:cubicBezTo>
                    <a:pt x="1" y="1928"/>
                    <a:pt x="1" y="2077"/>
                    <a:pt x="93" y="2133"/>
                  </a:cubicBezTo>
                  <a:cubicBezTo>
                    <a:pt x="121" y="2197"/>
                    <a:pt x="178" y="2225"/>
                    <a:pt x="241" y="2225"/>
                  </a:cubicBezTo>
                  <a:cubicBezTo>
                    <a:pt x="298" y="2225"/>
                    <a:pt x="355" y="2197"/>
                    <a:pt x="383" y="2162"/>
                  </a:cubicBezTo>
                  <a:lnTo>
                    <a:pt x="1479" y="1164"/>
                  </a:lnTo>
                  <a:lnTo>
                    <a:pt x="383" y="75"/>
                  </a:lnTo>
                  <a:cubicBezTo>
                    <a:pt x="335" y="23"/>
                    <a:pt x="277" y="1"/>
                    <a:pt x="219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28"/>
            <p:cNvSpPr/>
            <p:nvPr/>
          </p:nvSpPr>
          <p:spPr>
            <a:xfrm>
              <a:off x="6428979" y="917397"/>
              <a:ext cx="122220" cy="188409"/>
            </a:xfrm>
            <a:custGeom>
              <a:avLst/>
              <a:gdLst/>
              <a:ahLst/>
              <a:cxnLst/>
              <a:rect l="l" t="t" r="r" b="b"/>
              <a:pathLst>
                <a:path w="1444" h="2226" extrusionOk="0">
                  <a:moveTo>
                    <a:pt x="218" y="1"/>
                  </a:moveTo>
                  <a:cubicBezTo>
                    <a:pt x="172" y="1"/>
                    <a:pt x="126" y="15"/>
                    <a:pt x="85" y="39"/>
                  </a:cubicBezTo>
                  <a:cubicBezTo>
                    <a:pt x="0" y="131"/>
                    <a:pt x="0" y="280"/>
                    <a:pt x="85" y="365"/>
                  </a:cubicBezTo>
                  <a:lnTo>
                    <a:pt x="856" y="1136"/>
                  </a:lnTo>
                  <a:lnTo>
                    <a:pt x="85" y="1843"/>
                  </a:lnTo>
                  <a:cubicBezTo>
                    <a:pt x="0" y="1928"/>
                    <a:pt x="0" y="2077"/>
                    <a:pt x="85" y="2133"/>
                  </a:cubicBezTo>
                  <a:cubicBezTo>
                    <a:pt x="121" y="2197"/>
                    <a:pt x="177" y="2225"/>
                    <a:pt x="234" y="2225"/>
                  </a:cubicBezTo>
                  <a:cubicBezTo>
                    <a:pt x="297" y="2225"/>
                    <a:pt x="326" y="2197"/>
                    <a:pt x="382" y="2162"/>
                  </a:cubicBezTo>
                  <a:lnTo>
                    <a:pt x="1444" y="1164"/>
                  </a:lnTo>
                  <a:lnTo>
                    <a:pt x="382" y="75"/>
                  </a:lnTo>
                  <a:cubicBezTo>
                    <a:pt x="335" y="23"/>
                    <a:pt x="276" y="1"/>
                    <a:pt x="21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9" name="Google Shape;359;p28"/>
          <p:cNvSpPr/>
          <p:nvPr/>
        </p:nvSpPr>
        <p:spPr>
          <a:xfrm>
            <a:off x="115400" y="1017725"/>
            <a:ext cx="289200" cy="258300"/>
          </a:xfrm>
          <a:prstGeom prst="bracePair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8"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29"/>
          <p:cNvSpPr txBox="1">
            <a:spLocks noGrp="1"/>
          </p:cNvSpPr>
          <p:nvPr>
            <p:ph type="title" hasCustomPrompt="1"/>
          </p:nvPr>
        </p:nvSpPr>
        <p:spPr>
          <a:xfrm>
            <a:off x="713225" y="628300"/>
            <a:ext cx="3858600" cy="76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2" name="Google Shape;362;p29"/>
          <p:cNvSpPr txBox="1">
            <a:spLocks noGrp="1"/>
          </p:cNvSpPr>
          <p:nvPr>
            <p:ph type="subTitle" idx="1"/>
          </p:nvPr>
        </p:nvSpPr>
        <p:spPr>
          <a:xfrm>
            <a:off x="713225" y="1324884"/>
            <a:ext cx="3858600" cy="31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363" name="Google Shape;363;p29"/>
          <p:cNvSpPr txBox="1">
            <a:spLocks noGrp="1"/>
          </p:cNvSpPr>
          <p:nvPr>
            <p:ph type="title" idx="2" hasCustomPrompt="1"/>
          </p:nvPr>
        </p:nvSpPr>
        <p:spPr>
          <a:xfrm>
            <a:off x="713225" y="2056763"/>
            <a:ext cx="3858600" cy="76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4" name="Google Shape;364;p29"/>
          <p:cNvSpPr txBox="1">
            <a:spLocks noGrp="1"/>
          </p:cNvSpPr>
          <p:nvPr>
            <p:ph type="subTitle" idx="3"/>
          </p:nvPr>
        </p:nvSpPr>
        <p:spPr>
          <a:xfrm>
            <a:off x="713225" y="2753343"/>
            <a:ext cx="3858600" cy="31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365" name="Google Shape;365;p29"/>
          <p:cNvSpPr txBox="1">
            <a:spLocks noGrp="1"/>
          </p:cNvSpPr>
          <p:nvPr>
            <p:ph type="title" idx="4" hasCustomPrompt="1"/>
          </p:nvPr>
        </p:nvSpPr>
        <p:spPr>
          <a:xfrm>
            <a:off x="713225" y="3485225"/>
            <a:ext cx="3858600" cy="76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6" name="Google Shape;366;p29"/>
          <p:cNvSpPr txBox="1">
            <a:spLocks noGrp="1"/>
          </p:cNvSpPr>
          <p:nvPr>
            <p:ph type="subTitle" idx="5"/>
          </p:nvPr>
        </p:nvSpPr>
        <p:spPr>
          <a:xfrm>
            <a:off x="713225" y="4181816"/>
            <a:ext cx="3858600" cy="31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1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367" name="Google Shape;367;p29"/>
          <p:cNvSpPr/>
          <p:nvPr/>
        </p:nvSpPr>
        <p:spPr>
          <a:xfrm rot="5400000">
            <a:off x="2150850" y="-1761150"/>
            <a:ext cx="4842300" cy="8665800"/>
          </a:xfrm>
          <a:prstGeom prst="bracketPair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68" name="Google Shape;368;p29"/>
          <p:cNvGrpSpPr/>
          <p:nvPr/>
        </p:nvGrpSpPr>
        <p:grpSpPr>
          <a:xfrm>
            <a:off x="158590" y="3781550"/>
            <a:ext cx="360758" cy="258297"/>
            <a:chOff x="4992850" y="4345375"/>
            <a:chExt cx="607336" cy="638400"/>
          </a:xfrm>
        </p:grpSpPr>
        <p:sp>
          <p:nvSpPr>
            <p:cNvPr id="369" name="Google Shape;369;p29"/>
            <p:cNvSpPr/>
            <p:nvPr/>
          </p:nvSpPr>
          <p:spPr>
            <a:xfrm>
              <a:off x="4992850" y="4345375"/>
              <a:ext cx="225900" cy="638400"/>
            </a:xfrm>
            <a:prstGeom prst="leftBrace">
              <a:avLst>
                <a:gd name="adj1" fmla="val 2174"/>
                <a:gd name="adj2" fmla="val 50000"/>
              </a:avLst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Google Shape;370;p29"/>
            <p:cNvSpPr/>
            <p:nvPr/>
          </p:nvSpPr>
          <p:spPr>
            <a:xfrm rot="10800000">
              <a:off x="5374286" y="4345375"/>
              <a:ext cx="225900" cy="638400"/>
            </a:xfrm>
            <a:prstGeom prst="leftBrace">
              <a:avLst>
                <a:gd name="adj1" fmla="val 2174"/>
                <a:gd name="adj2" fmla="val 50000"/>
              </a:avLst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71" name="Google Shape;371;p29"/>
          <p:cNvSpPr/>
          <p:nvPr/>
        </p:nvSpPr>
        <p:spPr>
          <a:xfrm>
            <a:off x="7390700" y="281200"/>
            <a:ext cx="215100" cy="258300"/>
          </a:xfrm>
          <a:prstGeom prst="bracketPair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72" name="Google Shape;372;p29"/>
          <p:cNvGrpSpPr/>
          <p:nvPr/>
        </p:nvGrpSpPr>
        <p:grpSpPr>
          <a:xfrm>
            <a:off x="285147" y="814196"/>
            <a:ext cx="234196" cy="188409"/>
            <a:chOff x="5151797" y="479071"/>
            <a:chExt cx="234196" cy="188409"/>
          </a:xfrm>
        </p:grpSpPr>
        <p:sp>
          <p:nvSpPr>
            <p:cNvPr id="373" name="Google Shape;373;p29"/>
            <p:cNvSpPr/>
            <p:nvPr/>
          </p:nvSpPr>
          <p:spPr>
            <a:xfrm>
              <a:off x="5151797" y="479071"/>
              <a:ext cx="122220" cy="188409"/>
            </a:xfrm>
            <a:custGeom>
              <a:avLst/>
              <a:gdLst/>
              <a:ahLst/>
              <a:cxnLst/>
              <a:rect l="l" t="t" r="r" b="b"/>
              <a:pathLst>
                <a:path w="1444" h="2226" extrusionOk="0">
                  <a:moveTo>
                    <a:pt x="1234" y="0"/>
                  </a:moveTo>
                  <a:cubicBezTo>
                    <a:pt x="1175" y="0"/>
                    <a:pt x="1109" y="21"/>
                    <a:pt x="1062" y="68"/>
                  </a:cubicBezTo>
                  <a:lnTo>
                    <a:pt x="1" y="1165"/>
                  </a:lnTo>
                  <a:lnTo>
                    <a:pt x="1062" y="2162"/>
                  </a:lnTo>
                  <a:cubicBezTo>
                    <a:pt x="1118" y="2190"/>
                    <a:pt x="1175" y="2226"/>
                    <a:pt x="1203" y="2226"/>
                  </a:cubicBezTo>
                  <a:cubicBezTo>
                    <a:pt x="1267" y="2226"/>
                    <a:pt x="1324" y="2190"/>
                    <a:pt x="1380" y="2162"/>
                  </a:cubicBezTo>
                  <a:cubicBezTo>
                    <a:pt x="1444" y="2077"/>
                    <a:pt x="1444" y="1929"/>
                    <a:pt x="1352" y="1837"/>
                  </a:cubicBezTo>
                  <a:lnTo>
                    <a:pt x="616" y="1165"/>
                  </a:lnTo>
                  <a:lnTo>
                    <a:pt x="1380" y="365"/>
                  </a:lnTo>
                  <a:cubicBezTo>
                    <a:pt x="1444" y="280"/>
                    <a:pt x="1444" y="132"/>
                    <a:pt x="1352" y="40"/>
                  </a:cubicBezTo>
                  <a:cubicBezTo>
                    <a:pt x="1327" y="14"/>
                    <a:pt x="1282" y="0"/>
                    <a:pt x="123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29"/>
            <p:cNvSpPr/>
            <p:nvPr/>
          </p:nvSpPr>
          <p:spPr>
            <a:xfrm>
              <a:off x="5261402" y="479071"/>
              <a:ext cx="124590" cy="188409"/>
            </a:xfrm>
            <a:custGeom>
              <a:avLst/>
              <a:gdLst/>
              <a:ahLst/>
              <a:cxnLst/>
              <a:rect l="l" t="t" r="r" b="b"/>
              <a:pathLst>
                <a:path w="1472" h="2226" extrusionOk="0">
                  <a:moveTo>
                    <a:pt x="1240" y="0"/>
                  </a:moveTo>
                  <a:cubicBezTo>
                    <a:pt x="1174" y="0"/>
                    <a:pt x="1108" y="21"/>
                    <a:pt x="1062" y="68"/>
                  </a:cubicBezTo>
                  <a:lnTo>
                    <a:pt x="0" y="1165"/>
                  </a:lnTo>
                  <a:lnTo>
                    <a:pt x="1090" y="2162"/>
                  </a:lnTo>
                  <a:cubicBezTo>
                    <a:pt x="1118" y="2190"/>
                    <a:pt x="1182" y="2226"/>
                    <a:pt x="1210" y="2226"/>
                  </a:cubicBezTo>
                  <a:cubicBezTo>
                    <a:pt x="1267" y="2226"/>
                    <a:pt x="1323" y="2190"/>
                    <a:pt x="1387" y="2162"/>
                  </a:cubicBezTo>
                  <a:cubicBezTo>
                    <a:pt x="1472" y="2077"/>
                    <a:pt x="1444" y="1929"/>
                    <a:pt x="1359" y="1837"/>
                  </a:cubicBezTo>
                  <a:lnTo>
                    <a:pt x="616" y="1165"/>
                  </a:lnTo>
                  <a:lnTo>
                    <a:pt x="1387" y="365"/>
                  </a:lnTo>
                  <a:cubicBezTo>
                    <a:pt x="1472" y="280"/>
                    <a:pt x="1444" y="132"/>
                    <a:pt x="1387" y="40"/>
                  </a:cubicBezTo>
                  <a:cubicBezTo>
                    <a:pt x="1346" y="14"/>
                    <a:pt x="1293" y="0"/>
                    <a:pt x="124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75" name="Google Shape;375;p29"/>
          <p:cNvSpPr/>
          <p:nvPr/>
        </p:nvSpPr>
        <p:spPr>
          <a:xfrm>
            <a:off x="8573950" y="883600"/>
            <a:ext cx="289200" cy="258300"/>
          </a:xfrm>
          <a:prstGeom prst="bracePair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1">
  <p:cSld name="CUSTOM_8_1"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30"/>
          <p:cNvSpPr txBox="1">
            <a:spLocks noGrp="1"/>
          </p:cNvSpPr>
          <p:nvPr>
            <p:ph type="title" hasCustomPrompt="1"/>
          </p:nvPr>
        </p:nvSpPr>
        <p:spPr>
          <a:xfrm>
            <a:off x="1325650" y="2432800"/>
            <a:ext cx="1398900" cy="603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78" name="Google Shape;378;p30"/>
          <p:cNvSpPr txBox="1">
            <a:spLocks noGrp="1"/>
          </p:cNvSpPr>
          <p:nvPr>
            <p:ph type="subTitle" idx="1"/>
          </p:nvPr>
        </p:nvSpPr>
        <p:spPr>
          <a:xfrm>
            <a:off x="938500" y="3560852"/>
            <a:ext cx="2173200" cy="88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PT Sans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379" name="Google Shape;379;p30"/>
          <p:cNvSpPr txBox="1">
            <a:spLocks noGrp="1"/>
          </p:cNvSpPr>
          <p:nvPr>
            <p:ph type="subTitle" idx="2"/>
          </p:nvPr>
        </p:nvSpPr>
        <p:spPr>
          <a:xfrm>
            <a:off x="938500" y="3132150"/>
            <a:ext cx="2173200" cy="505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80" name="Google Shape;380;p30"/>
          <p:cNvSpPr txBox="1">
            <a:spLocks noGrp="1"/>
          </p:cNvSpPr>
          <p:nvPr>
            <p:ph type="title" idx="3" hasCustomPrompt="1"/>
          </p:nvPr>
        </p:nvSpPr>
        <p:spPr>
          <a:xfrm>
            <a:off x="3873100" y="2432800"/>
            <a:ext cx="1397700" cy="603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81" name="Google Shape;381;p30"/>
          <p:cNvSpPr txBox="1">
            <a:spLocks noGrp="1"/>
          </p:cNvSpPr>
          <p:nvPr>
            <p:ph type="subTitle" idx="4"/>
          </p:nvPr>
        </p:nvSpPr>
        <p:spPr>
          <a:xfrm>
            <a:off x="3485400" y="3560852"/>
            <a:ext cx="2173200" cy="88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PT Sans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382" name="Google Shape;382;p30"/>
          <p:cNvSpPr txBox="1">
            <a:spLocks noGrp="1"/>
          </p:cNvSpPr>
          <p:nvPr>
            <p:ph type="subTitle" idx="5"/>
          </p:nvPr>
        </p:nvSpPr>
        <p:spPr>
          <a:xfrm>
            <a:off x="3485400" y="3132150"/>
            <a:ext cx="2173200" cy="505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83" name="Google Shape;383;p30"/>
          <p:cNvSpPr txBox="1">
            <a:spLocks noGrp="1"/>
          </p:cNvSpPr>
          <p:nvPr>
            <p:ph type="title" idx="6" hasCustomPrompt="1"/>
          </p:nvPr>
        </p:nvSpPr>
        <p:spPr>
          <a:xfrm>
            <a:off x="6417675" y="2432800"/>
            <a:ext cx="1397700" cy="603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84" name="Google Shape;384;p30"/>
          <p:cNvSpPr txBox="1">
            <a:spLocks noGrp="1"/>
          </p:cNvSpPr>
          <p:nvPr>
            <p:ph type="subTitle" idx="7"/>
          </p:nvPr>
        </p:nvSpPr>
        <p:spPr>
          <a:xfrm>
            <a:off x="6032300" y="3560852"/>
            <a:ext cx="2173200" cy="88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PT Sans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PT Sans"/>
              <a:buNone/>
              <a:defRPr sz="2100"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385" name="Google Shape;385;p30"/>
          <p:cNvSpPr txBox="1">
            <a:spLocks noGrp="1"/>
          </p:cNvSpPr>
          <p:nvPr>
            <p:ph type="subTitle" idx="8"/>
          </p:nvPr>
        </p:nvSpPr>
        <p:spPr>
          <a:xfrm>
            <a:off x="6032300" y="3132150"/>
            <a:ext cx="2173200" cy="505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86" name="Google Shape;386;p30"/>
          <p:cNvSpPr txBox="1">
            <a:spLocks noGrp="1"/>
          </p:cNvSpPr>
          <p:nvPr>
            <p:ph type="title" idx="9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87" name="Google Shape;387;p30"/>
          <p:cNvSpPr/>
          <p:nvPr/>
        </p:nvSpPr>
        <p:spPr>
          <a:xfrm rot="5400000">
            <a:off x="2150850" y="-1761150"/>
            <a:ext cx="4842300" cy="8665800"/>
          </a:xfrm>
          <a:prstGeom prst="bracketPair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8" name="Google Shape;388;p30"/>
          <p:cNvSpPr/>
          <p:nvPr/>
        </p:nvSpPr>
        <p:spPr>
          <a:xfrm>
            <a:off x="-1731000" y="2571745"/>
            <a:ext cx="2496096" cy="1582356"/>
          </a:xfrm>
          <a:custGeom>
            <a:avLst/>
            <a:gdLst/>
            <a:ahLst/>
            <a:cxnLst/>
            <a:rect l="l" t="t" r="r" b="b"/>
            <a:pathLst>
              <a:path w="47371" h="30030" extrusionOk="0">
                <a:moveTo>
                  <a:pt x="30713" y="1"/>
                </a:moveTo>
                <a:cubicBezTo>
                  <a:pt x="29748" y="1"/>
                  <a:pt x="28782" y="127"/>
                  <a:pt x="27824" y="424"/>
                </a:cubicBezTo>
                <a:cubicBezTo>
                  <a:pt x="26233" y="898"/>
                  <a:pt x="24733" y="1605"/>
                  <a:pt x="23077" y="1931"/>
                </a:cubicBezTo>
                <a:cubicBezTo>
                  <a:pt x="22133" y="2112"/>
                  <a:pt x="21172" y="2158"/>
                  <a:pt x="20205" y="2158"/>
                </a:cubicBezTo>
                <a:cubicBezTo>
                  <a:pt x="19185" y="2158"/>
                  <a:pt x="18159" y="2106"/>
                  <a:pt x="17142" y="2106"/>
                </a:cubicBezTo>
                <a:cubicBezTo>
                  <a:pt x="15844" y="2106"/>
                  <a:pt x="14560" y="2191"/>
                  <a:pt x="13322" y="2574"/>
                </a:cubicBezTo>
                <a:cubicBezTo>
                  <a:pt x="11079" y="3282"/>
                  <a:pt x="9198" y="4966"/>
                  <a:pt x="8250" y="7088"/>
                </a:cubicBezTo>
                <a:cubicBezTo>
                  <a:pt x="7514" y="8708"/>
                  <a:pt x="7337" y="10505"/>
                  <a:pt x="6453" y="12012"/>
                </a:cubicBezTo>
                <a:cubicBezTo>
                  <a:pt x="5158" y="14247"/>
                  <a:pt x="2590" y="15513"/>
                  <a:pt x="1296" y="17756"/>
                </a:cubicBezTo>
                <a:cubicBezTo>
                  <a:pt x="1" y="20055"/>
                  <a:pt x="355" y="23062"/>
                  <a:pt x="1798" y="25304"/>
                </a:cubicBezTo>
                <a:cubicBezTo>
                  <a:pt x="1883" y="25389"/>
                  <a:pt x="1946" y="25509"/>
                  <a:pt x="2031" y="25630"/>
                </a:cubicBezTo>
                <a:cubicBezTo>
                  <a:pt x="3687" y="27865"/>
                  <a:pt x="6340" y="29195"/>
                  <a:pt x="9077" y="29726"/>
                </a:cubicBezTo>
                <a:cubicBezTo>
                  <a:pt x="10189" y="29941"/>
                  <a:pt x="11314" y="30029"/>
                  <a:pt x="12442" y="30029"/>
                </a:cubicBezTo>
                <a:cubicBezTo>
                  <a:pt x="14099" y="30029"/>
                  <a:pt x="15761" y="29838"/>
                  <a:pt x="17390" y="29577"/>
                </a:cubicBezTo>
                <a:cubicBezTo>
                  <a:pt x="18897" y="29344"/>
                  <a:pt x="20425" y="29047"/>
                  <a:pt x="21960" y="29018"/>
                </a:cubicBezTo>
                <a:cubicBezTo>
                  <a:pt x="22130" y="29012"/>
                  <a:pt x="22300" y="29010"/>
                  <a:pt x="22470" y="29010"/>
                </a:cubicBezTo>
                <a:cubicBezTo>
                  <a:pt x="24892" y="29010"/>
                  <a:pt x="27287" y="29585"/>
                  <a:pt x="29713" y="29698"/>
                </a:cubicBezTo>
                <a:cubicBezTo>
                  <a:pt x="29922" y="29707"/>
                  <a:pt x="30132" y="29711"/>
                  <a:pt x="30343" y="29711"/>
                </a:cubicBezTo>
                <a:cubicBezTo>
                  <a:pt x="32751" y="29711"/>
                  <a:pt x="35268" y="29093"/>
                  <a:pt x="36816" y="27278"/>
                </a:cubicBezTo>
                <a:cubicBezTo>
                  <a:pt x="37672" y="26274"/>
                  <a:pt x="38139" y="25007"/>
                  <a:pt x="39143" y="24123"/>
                </a:cubicBezTo>
                <a:cubicBezTo>
                  <a:pt x="40120" y="23295"/>
                  <a:pt x="41414" y="22977"/>
                  <a:pt x="42560" y="22383"/>
                </a:cubicBezTo>
                <a:cubicBezTo>
                  <a:pt x="44859" y="21173"/>
                  <a:pt x="46366" y="18789"/>
                  <a:pt x="46869" y="16256"/>
                </a:cubicBezTo>
                <a:cubicBezTo>
                  <a:pt x="47371" y="13717"/>
                  <a:pt x="46925" y="11064"/>
                  <a:pt x="45984" y="8651"/>
                </a:cubicBezTo>
                <a:cubicBezTo>
                  <a:pt x="44541" y="4966"/>
                  <a:pt x="40735" y="2751"/>
                  <a:pt x="37141" y="1428"/>
                </a:cubicBezTo>
                <a:cubicBezTo>
                  <a:pt x="35075" y="648"/>
                  <a:pt x="32897" y="1"/>
                  <a:pt x="30713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9" name="Google Shape;389;p30"/>
          <p:cNvSpPr/>
          <p:nvPr/>
        </p:nvSpPr>
        <p:spPr>
          <a:xfrm>
            <a:off x="8488556" y="1302489"/>
            <a:ext cx="1300321" cy="1626477"/>
          </a:xfrm>
          <a:custGeom>
            <a:avLst/>
            <a:gdLst/>
            <a:ahLst/>
            <a:cxnLst/>
            <a:rect l="l" t="t" r="r" b="b"/>
            <a:pathLst>
              <a:path w="7690" h="9619" extrusionOk="0">
                <a:moveTo>
                  <a:pt x="1814" y="0"/>
                </a:moveTo>
                <a:cubicBezTo>
                  <a:pt x="1314" y="0"/>
                  <a:pt x="835" y="161"/>
                  <a:pt x="503" y="527"/>
                </a:cubicBezTo>
                <a:cubicBezTo>
                  <a:pt x="114" y="938"/>
                  <a:pt x="1" y="1532"/>
                  <a:pt x="29" y="2063"/>
                </a:cubicBezTo>
                <a:cubicBezTo>
                  <a:pt x="57" y="2621"/>
                  <a:pt x="234" y="3152"/>
                  <a:pt x="383" y="3683"/>
                </a:cubicBezTo>
                <a:cubicBezTo>
                  <a:pt x="913" y="5777"/>
                  <a:pt x="149" y="9017"/>
                  <a:pt x="3064" y="9547"/>
                </a:cubicBezTo>
                <a:cubicBezTo>
                  <a:pt x="3307" y="9596"/>
                  <a:pt x="3542" y="9619"/>
                  <a:pt x="3768" y="9619"/>
                </a:cubicBezTo>
                <a:cubicBezTo>
                  <a:pt x="6281" y="9619"/>
                  <a:pt x="7690" y="6774"/>
                  <a:pt x="7365" y="4418"/>
                </a:cubicBezTo>
                <a:cubicBezTo>
                  <a:pt x="7252" y="3739"/>
                  <a:pt x="6983" y="3060"/>
                  <a:pt x="6573" y="2501"/>
                </a:cubicBezTo>
                <a:cubicBezTo>
                  <a:pt x="6276" y="2119"/>
                  <a:pt x="5922" y="1822"/>
                  <a:pt x="5512" y="1589"/>
                </a:cubicBezTo>
                <a:cubicBezTo>
                  <a:pt x="5129" y="1383"/>
                  <a:pt x="4684" y="1263"/>
                  <a:pt x="4274" y="1058"/>
                </a:cubicBezTo>
                <a:cubicBezTo>
                  <a:pt x="3863" y="825"/>
                  <a:pt x="3474" y="527"/>
                  <a:pt x="3064" y="322"/>
                </a:cubicBezTo>
                <a:cubicBezTo>
                  <a:pt x="2683" y="117"/>
                  <a:pt x="2240" y="0"/>
                  <a:pt x="1814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90" name="Google Shape;390;p30"/>
          <p:cNvGrpSpPr/>
          <p:nvPr/>
        </p:nvGrpSpPr>
        <p:grpSpPr>
          <a:xfrm>
            <a:off x="8676565" y="1435450"/>
            <a:ext cx="360758" cy="258297"/>
            <a:chOff x="4992850" y="4345375"/>
            <a:chExt cx="607336" cy="638400"/>
          </a:xfrm>
        </p:grpSpPr>
        <p:sp>
          <p:nvSpPr>
            <p:cNvPr id="391" name="Google Shape;391;p30"/>
            <p:cNvSpPr/>
            <p:nvPr/>
          </p:nvSpPr>
          <p:spPr>
            <a:xfrm>
              <a:off x="4992850" y="4345375"/>
              <a:ext cx="225900" cy="638400"/>
            </a:xfrm>
            <a:prstGeom prst="leftBrace">
              <a:avLst>
                <a:gd name="adj1" fmla="val 2174"/>
                <a:gd name="adj2" fmla="val 50000"/>
              </a:avLst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30"/>
            <p:cNvSpPr/>
            <p:nvPr/>
          </p:nvSpPr>
          <p:spPr>
            <a:xfrm rot="10800000">
              <a:off x="5374286" y="4345375"/>
              <a:ext cx="225900" cy="638400"/>
            </a:xfrm>
            <a:prstGeom prst="leftBrace">
              <a:avLst>
                <a:gd name="adj1" fmla="val 2174"/>
                <a:gd name="adj2" fmla="val 50000"/>
              </a:avLst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3" name="Google Shape;393;p30"/>
          <p:cNvSpPr/>
          <p:nvPr/>
        </p:nvSpPr>
        <p:spPr>
          <a:xfrm>
            <a:off x="170850" y="1435450"/>
            <a:ext cx="215100" cy="258300"/>
          </a:xfrm>
          <a:prstGeom prst="bracketPair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94" name="Google Shape;394;p30"/>
          <p:cNvGrpSpPr/>
          <p:nvPr/>
        </p:nvGrpSpPr>
        <p:grpSpPr>
          <a:xfrm>
            <a:off x="212297" y="3225671"/>
            <a:ext cx="234196" cy="188409"/>
            <a:chOff x="5151797" y="479071"/>
            <a:chExt cx="234196" cy="188409"/>
          </a:xfrm>
        </p:grpSpPr>
        <p:sp>
          <p:nvSpPr>
            <p:cNvPr id="395" name="Google Shape;395;p30"/>
            <p:cNvSpPr/>
            <p:nvPr/>
          </p:nvSpPr>
          <p:spPr>
            <a:xfrm>
              <a:off x="5151797" y="479071"/>
              <a:ext cx="122220" cy="188409"/>
            </a:xfrm>
            <a:custGeom>
              <a:avLst/>
              <a:gdLst/>
              <a:ahLst/>
              <a:cxnLst/>
              <a:rect l="l" t="t" r="r" b="b"/>
              <a:pathLst>
                <a:path w="1444" h="2226" extrusionOk="0">
                  <a:moveTo>
                    <a:pt x="1234" y="0"/>
                  </a:moveTo>
                  <a:cubicBezTo>
                    <a:pt x="1175" y="0"/>
                    <a:pt x="1109" y="21"/>
                    <a:pt x="1062" y="68"/>
                  </a:cubicBezTo>
                  <a:lnTo>
                    <a:pt x="1" y="1165"/>
                  </a:lnTo>
                  <a:lnTo>
                    <a:pt x="1062" y="2162"/>
                  </a:lnTo>
                  <a:cubicBezTo>
                    <a:pt x="1118" y="2190"/>
                    <a:pt x="1175" y="2226"/>
                    <a:pt x="1203" y="2226"/>
                  </a:cubicBezTo>
                  <a:cubicBezTo>
                    <a:pt x="1267" y="2226"/>
                    <a:pt x="1324" y="2190"/>
                    <a:pt x="1380" y="2162"/>
                  </a:cubicBezTo>
                  <a:cubicBezTo>
                    <a:pt x="1444" y="2077"/>
                    <a:pt x="1444" y="1929"/>
                    <a:pt x="1352" y="1837"/>
                  </a:cubicBezTo>
                  <a:lnTo>
                    <a:pt x="616" y="1165"/>
                  </a:lnTo>
                  <a:lnTo>
                    <a:pt x="1380" y="365"/>
                  </a:lnTo>
                  <a:cubicBezTo>
                    <a:pt x="1444" y="280"/>
                    <a:pt x="1444" y="132"/>
                    <a:pt x="1352" y="40"/>
                  </a:cubicBezTo>
                  <a:cubicBezTo>
                    <a:pt x="1327" y="14"/>
                    <a:pt x="1282" y="0"/>
                    <a:pt x="123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30"/>
            <p:cNvSpPr/>
            <p:nvPr/>
          </p:nvSpPr>
          <p:spPr>
            <a:xfrm>
              <a:off x="5261402" y="479071"/>
              <a:ext cx="124590" cy="188409"/>
            </a:xfrm>
            <a:custGeom>
              <a:avLst/>
              <a:gdLst/>
              <a:ahLst/>
              <a:cxnLst/>
              <a:rect l="l" t="t" r="r" b="b"/>
              <a:pathLst>
                <a:path w="1472" h="2226" extrusionOk="0">
                  <a:moveTo>
                    <a:pt x="1240" y="0"/>
                  </a:moveTo>
                  <a:cubicBezTo>
                    <a:pt x="1174" y="0"/>
                    <a:pt x="1108" y="21"/>
                    <a:pt x="1062" y="68"/>
                  </a:cubicBezTo>
                  <a:lnTo>
                    <a:pt x="0" y="1165"/>
                  </a:lnTo>
                  <a:lnTo>
                    <a:pt x="1090" y="2162"/>
                  </a:lnTo>
                  <a:cubicBezTo>
                    <a:pt x="1118" y="2190"/>
                    <a:pt x="1182" y="2226"/>
                    <a:pt x="1210" y="2226"/>
                  </a:cubicBezTo>
                  <a:cubicBezTo>
                    <a:pt x="1267" y="2226"/>
                    <a:pt x="1323" y="2190"/>
                    <a:pt x="1387" y="2162"/>
                  </a:cubicBezTo>
                  <a:cubicBezTo>
                    <a:pt x="1472" y="2077"/>
                    <a:pt x="1444" y="1929"/>
                    <a:pt x="1359" y="1837"/>
                  </a:cubicBezTo>
                  <a:lnTo>
                    <a:pt x="616" y="1165"/>
                  </a:lnTo>
                  <a:lnTo>
                    <a:pt x="1387" y="365"/>
                  </a:lnTo>
                  <a:cubicBezTo>
                    <a:pt x="1472" y="280"/>
                    <a:pt x="1444" y="132"/>
                    <a:pt x="1387" y="40"/>
                  </a:cubicBezTo>
                  <a:cubicBezTo>
                    <a:pt x="1346" y="14"/>
                    <a:pt x="1293" y="0"/>
                    <a:pt x="124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7" name="Google Shape;397;p30"/>
          <p:cNvGrpSpPr/>
          <p:nvPr/>
        </p:nvGrpSpPr>
        <p:grpSpPr>
          <a:xfrm>
            <a:off x="8664279" y="4232272"/>
            <a:ext cx="234788" cy="188409"/>
            <a:chOff x="6428979" y="917397"/>
            <a:chExt cx="234788" cy="188409"/>
          </a:xfrm>
        </p:grpSpPr>
        <p:sp>
          <p:nvSpPr>
            <p:cNvPr id="398" name="Google Shape;398;p30"/>
            <p:cNvSpPr/>
            <p:nvPr/>
          </p:nvSpPr>
          <p:spPr>
            <a:xfrm>
              <a:off x="6538500" y="917397"/>
              <a:ext cx="125267" cy="188409"/>
            </a:xfrm>
            <a:custGeom>
              <a:avLst/>
              <a:gdLst/>
              <a:ahLst/>
              <a:cxnLst/>
              <a:rect l="l" t="t" r="r" b="b"/>
              <a:pathLst>
                <a:path w="1480" h="2226" extrusionOk="0">
                  <a:moveTo>
                    <a:pt x="219" y="1"/>
                  </a:moveTo>
                  <a:cubicBezTo>
                    <a:pt x="174" y="1"/>
                    <a:pt x="130" y="15"/>
                    <a:pt x="93" y="39"/>
                  </a:cubicBezTo>
                  <a:cubicBezTo>
                    <a:pt x="1" y="131"/>
                    <a:pt x="1" y="280"/>
                    <a:pt x="93" y="365"/>
                  </a:cubicBezTo>
                  <a:lnTo>
                    <a:pt x="857" y="1136"/>
                  </a:lnTo>
                  <a:lnTo>
                    <a:pt x="93" y="1843"/>
                  </a:lnTo>
                  <a:cubicBezTo>
                    <a:pt x="1" y="1928"/>
                    <a:pt x="1" y="2077"/>
                    <a:pt x="93" y="2133"/>
                  </a:cubicBezTo>
                  <a:cubicBezTo>
                    <a:pt x="121" y="2197"/>
                    <a:pt x="178" y="2225"/>
                    <a:pt x="241" y="2225"/>
                  </a:cubicBezTo>
                  <a:cubicBezTo>
                    <a:pt x="298" y="2225"/>
                    <a:pt x="355" y="2197"/>
                    <a:pt x="383" y="2162"/>
                  </a:cubicBezTo>
                  <a:lnTo>
                    <a:pt x="1479" y="1164"/>
                  </a:lnTo>
                  <a:lnTo>
                    <a:pt x="383" y="75"/>
                  </a:lnTo>
                  <a:cubicBezTo>
                    <a:pt x="335" y="23"/>
                    <a:pt x="277" y="1"/>
                    <a:pt x="219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Google Shape;399;p30"/>
            <p:cNvSpPr/>
            <p:nvPr/>
          </p:nvSpPr>
          <p:spPr>
            <a:xfrm>
              <a:off x="6428979" y="917397"/>
              <a:ext cx="122220" cy="188409"/>
            </a:xfrm>
            <a:custGeom>
              <a:avLst/>
              <a:gdLst/>
              <a:ahLst/>
              <a:cxnLst/>
              <a:rect l="l" t="t" r="r" b="b"/>
              <a:pathLst>
                <a:path w="1444" h="2226" extrusionOk="0">
                  <a:moveTo>
                    <a:pt x="218" y="1"/>
                  </a:moveTo>
                  <a:cubicBezTo>
                    <a:pt x="172" y="1"/>
                    <a:pt x="126" y="15"/>
                    <a:pt x="85" y="39"/>
                  </a:cubicBezTo>
                  <a:cubicBezTo>
                    <a:pt x="0" y="131"/>
                    <a:pt x="0" y="280"/>
                    <a:pt x="85" y="365"/>
                  </a:cubicBezTo>
                  <a:lnTo>
                    <a:pt x="856" y="1136"/>
                  </a:lnTo>
                  <a:lnTo>
                    <a:pt x="85" y="1843"/>
                  </a:lnTo>
                  <a:cubicBezTo>
                    <a:pt x="0" y="1928"/>
                    <a:pt x="0" y="2077"/>
                    <a:pt x="85" y="2133"/>
                  </a:cubicBezTo>
                  <a:cubicBezTo>
                    <a:pt x="121" y="2197"/>
                    <a:pt x="177" y="2225"/>
                    <a:pt x="234" y="2225"/>
                  </a:cubicBezTo>
                  <a:cubicBezTo>
                    <a:pt x="297" y="2225"/>
                    <a:pt x="326" y="2197"/>
                    <a:pt x="382" y="2162"/>
                  </a:cubicBezTo>
                  <a:lnTo>
                    <a:pt x="1444" y="1164"/>
                  </a:lnTo>
                  <a:lnTo>
                    <a:pt x="382" y="75"/>
                  </a:lnTo>
                  <a:cubicBezTo>
                    <a:pt x="335" y="23"/>
                    <a:pt x="276" y="1"/>
                    <a:pt x="21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00" name="Google Shape;400;p30"/>
          <p:cNvSpPr/>
          <p:nvPr/>
        </p:nvSpPr>
        <p:spPr>
          <a:xfrm>
            <a:off x="8712350" y="2174488"/>
            <a:ext cx="289200" cy="258300"/>
          </a:xfrm>
          <a:prstGeom prst="bracePair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31"/>
          <p:cNvSpPr txBox="1">
            <a:spLocks noGrp="1"/>
          </p:cNvSpPr>
          <p:nvPr>
            <p:ph type="title"/>
          </p:nvPr>
        </p:nvSpPr>
        <p:spPr>
          <a:xfrm>
            <a:off x="713258" y="736593"/>
            <a:ext cx="38586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31"/>
          <p:cNvSpPr txBox="1">
            <a:spLocks noGrp="1"/>
          </p:cNvSpPr>
          <p:nvPr>
            <p:ph type="subTitle" idx="1"/>
          </p:nvPr>
        </p:nvSpPr>
        <p:spPr>
          <a:xfrm>
            <a:off x="713225" y="1775309"/>
            <a:ext cx="3858600" cy="105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31"/>
          <p:cNvSpPr txBox="1"/>
          <p:nvPr/>
        </p:nvSpPr>
        <p:spPr>
          <a:xfrm>
            <a:off x="713225" y="3521150"/>
            <a:ext cx="3858600" cy="74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CREDITS:</a:t>
            </a:r>
            <a:r>
              <a:rPr lang="en"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 This presentation template was created by </a:t>
            </a:r>
            <a:r>
              <a:rPr lang="en" sz="1200" b="1" u="sng">
                <a:solidFill>
                  <a:schemeClr val="hlink"/>
                </a:solidFill>
                <a:latin typeface="Lato"/>
                <a:ea typeface="Lato"/>
                <a:cs typeface="Lato"/>
                <a:sym typeface="Lato"/>
                <a:hlinkClick r:id="rId2"/>
              </a:rPr>
              <a:t>Slidesgo</a:t>
            </a:r>
            <a:r>
              <a:rPr lang="en"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endParaRPr sz="1200" b="1" u="sng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405" name="Google Shape;405;p31"/>
          <p:cNvSpPr/>
          <p:nvPr/>
        </p:nvSpPr>
        <p:spPr>
          <a:xfrm rot="5400000">
            <a:off x="2150850" y="-1761150"/>
            <a:ext cx="4842300" cy="8665800"/>
          </a:xfrm>
          <a:prstGeom prst="bracketPair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32"/>
          <p:cNvSpPr/>
          <p:nvPr/>
        </p:nvSpPr>
        <p:spPr>
          <a:xfrm rot="5400000">
            <a:off x="2150850" y="-1761150"/>
            <a:ext cx="4842300" cy="8665800"/>
          </a:xfrm>
          <a:prstGeom prst="bracketPair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33"/>
          <p:cNvSpPr/>
          <p:nvPr/>
        </p:nvSpPr>
        <p:spPr>
          <a:xfrm rot="5400000">
            <a:off x="2150850" y="-1761150"/>
            <a:ext cx="4842300" cy="8665800"/>
          </a:xfrm>
          <a:prstGeom prst="bracketPair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0" name="Google Shape;410;p33"/>
          <p:cNvSpPr/>
          <p:nvPr/>
        </p:nvSpPr>
        <p:spPr>
          <a:xfrm rot="3555162" flipH="1">
            <a:off x="-993615" y="620242"/>
            <a:ext cx="1625808" cy="1526544"/>
          </a:xfrm>
          <a:custGeom>
            <a:avLst/>
            <a:gdLst/>
            <a:ahLst/>
            <a:cxnLst/>
            <a:rect l="l" t="t" r="r" b="b"/>
            <a:pathLst>
              <a:path w="13414" h="12595" extrusionOk="0">
                <a:moveTo>
                  <a:pt x="6393" y="1"/>
                </a:moveTo>
                <a:cubicBezTo>
                  <a:pt x="6010" y="1"/>
                  <a:pt x="5626" y="38"/>
                  <a:pt x="5242" y="124"/>
                </a:cubicBezTo>
                <a:cubicBezTo>
                  <a:pt x="2766" y="598"/>
                  <a:pt x="354" y="2515"/>
                  <a:pt x="177" y="5048"/>
                </a:cubicBezTo>
                <a:cubicBezTo>
                  <a:pt x="0" y="7821"/>
                  <a:pt x="3063" y="10064"/>
                  <a:pt x="5129" y="11330"/>
                </a:cubicBezTo>
                <a:cubicBezTo>
                  <a:pt x="6309" y="12076"/>
                  <a:pt x="7558" y="12595"/>
                  <a:pt x="8729" y="12595"/>
                </a:cubicBezTo>
                <a:cubicBezTo>
                  <a:pt x="9868" y="12595"/>
                  <a:pt x="10932" y="12105"/>
                  <a:pt x="11786" y="10856"/>
                </a:cubicBezTo>
                <a:cubicBezTo>
                  <a:pt x="13144" y="8854"/>
                  <a:pt x="13413" y="6137"/>
                  <a:pt x="12409" y="3959"/>
                </a:cubicBezTo>
                <a:cubicBezTo>
                  <a:pt x="11404" y="1751"/>
                  <a:pt x="9169" y="160"/>
                  <a:pt x="6749" y="11"/>
                </a:cubicBezTo>
                <a:cubicBezTo>
                  <a:pt x="6631" y="4"/>
                  <a:pt x="6512" y="1"/>
                  <a:pt x="6393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1" name="Google Shape;411;p33"/>
          <p:cNvSpPr/>
          <p:nvPr/>
        </p:nvSpPr>
        <p:spPr>
          <a:xfrm flipH="1">
            <a:off x="8511080" y="2803089"/>
            <a:ext cx="2259360" cy="2189809"/>
          </a:xfrm>
          <a:custGeom>
            <a:avLst/>
            <a:gdLst/>
            <a:ahLst/>
            <a:cxnLst/>
            <a:rect l="l" t="t" r="r" b="b"/>
            <a:pathLst>
              <a:path w="34694" h="33626" extrusionOk="0">
                <a:moveTo>
                  <a:pt x="26961" y="0"/>
                </a:moveTo>
                <a:cubicBezTo>
                  <a:pt x="26141" y="0"/>
                  <a:pt x="25322" y="151"/>
                  <a:pt x="24556" y="464"/>
                </a:cubicBezTo>
                <a:cubicBezTo>
                  <a:pt x="21698" y="1610"/>
                  <a:pt x="20134" y="4617"/>
                  <a:pt x="17835" y="6683"/>
                </a:cubicBezTo>
                <a:cubicBezTo>
                  <a:pt x="14743" y="9484"/>
                  <a:pt x="10676" y="9541"/>
                  <a:pt x="7223" y="11514"/>
                </a:cubicBezTo>
                <a:cubicBezTo>
                  <a:pt x="4217" y="13226"/>
                  <a:pt x="1712" y="16000"/>
                  <a:pt x="680" y="19332"/>
                </a:cubicBezTo>
                <a:cubicBezTo>
                  <a:pt x="121" y="21065"/>
                  <a:pt x="0" y="23223"/>
                  <a:pt x="382" y="25281"/>
                </a:cubicBezTo>
                <a:cubicBezTo>
                  <a:pt x="800" y="27432"/>
                  <a:pt x="1769" y="29441"/>
                  <a:pt x="3361" y="30679"/>
                </a:cubicBezTo>
                <a:cubicBezTo>
                  <a:pt x="6075" y="32748"/>
                  <a:pt x="9754" y="33625"/>
                  <a:pt x="13212" y="33625"/>
                </a:cubicBezTo>
                <a:cubicBezTo>
                  <a:pt x="14035" y="33625"/>
                  <a:pt x="14846" y="33576"/>
                  <a:pt x="15628" y="33480"/>
                </a:cubicBezTo>
                <a:cubicBezTo>
                  <a:pt x="16066" y="33417"/>
                  <a:pt x="16512" y="33360"/>
                  <a:pt x="16922" y="33268"/>
                </a:cubicBezTo>
                <a:cubicBezTo>
                  <a:pt x="19455" y="32801"/>
                  <a:pt x="21931" y="31768"/>
                  <a:pt x="23763" y="29971"/>
                </a:cubicBezTo>
                <a:cubicBezTo>
                  <a:pt x="25765" y="27998"/>
                  <a:pt x="26798" y="25840"/>
                  <a:pt x="27767" y="23251"/>
                </a:cubicBezTo>
                <a:cubicBezTo>
                  <a:pt x="28892" y="20273"/>
                  <a:pt x="30774" y="17676"/>
                  <a:pt x="32217" y="14846"/>
                </a:cubicBezTo>
                <a:cubicBezTo>
                  <a:pt x="33667" y="12045"/>
                  <a:pt x="34693" y="8805"/>
                  <a:pt x="33929" y="5742"/>
                </a:cubicBezTo>
                <a:cubicBezTo>
                  <a:pt x="33427" y="3768"/>
                  <a:pt x="32160" y="1964"/>
                  <a:pt x="30420" y="938"/>
                </a:cubicBezTo>
                <a:cubicBezTo>
                  <a:pt x="29369" y="324"/>
                  <a:pt x="28163" y="0"/>
                  <a:pt x="2696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2" name="Google Shape;412;p33"/>
          <p:cNvSpPr/>
          <p:nvPr/>
        </p:nvSpPr>
        <p:spPr>
          <a:xfrm flipH="1">
            <a:off x="325220" y="2624500"/>
            <a:ext cx="289200" cy="258300"/>
          </a:xfrm>
          <a:prstGeom prst="bracePair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13" name="Google Shape;413;p33"/>
          <p:cNvGrpSpPr/>
          <p:nvPr/>
        </p:nvGrpSpPr>
        <p:grpSpPr>
          <a:xfrm>
            <a:off x="8511086" y="618472"/>
            <a:ext cx="367931" cy="258303"/>
            <a:chOff x="4935811" y="4414372"/>
            <a:chExt cx="367931" cy="258303"/>
          </a:xfrm>
        </p:grpSpPr>
        <p:sp>
          <p:nvSpPr>
            <p:cNvPr id="414" name="Google Shape;414;p33"/>
            <p:cNvSpPr/>
            <p:nvPr/>
          </p:nvSpPr>
          <p:spPr>
            <a:xfrm flipH="1">
              <a:off x="5169642" y="4414375"/>
              <a:ext cx="134100" cy="258300"/>
            </a:xfrm>
            <a:prstGeom prst="leftBrace">
              <a:avLst>
                <a:gd name="adj1" fmla="val 2174"/>
                <a:gd name="adj2" fmla="val 5000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33"/>
            <p:cNvSpPr/>
            <p:nvPr/>
          </p:nvSpPr>
          <p:spPr>
            <a:xfrm rot="10800000" flipH="1">
              <a:off x="4935811" y="4414372"/>
              <a:ext cx="134100" cy="258300"/>
            </a:xfrm>
            <a:prstGeom prst="leftBrace">
              <a:avLst>
                <a:gd name="adj1" fmla="val 2174"/>
                <a:gd name="adj2" fmla="val 5000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16" name="Google Shape;416;p33"/>
          <p:cNvSpPr/>
          <p:nvPr/>
        </p:nvSpPr>
        <p:spPr>
          <a:xfrm flipH="1">
            <a:off x="239095" y="3810950"/>
            <a:ext cx="215100" cy="258300"/>
          </a:xfrm>
          <a:prstGeom prst="bracketPair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17" name="Google Shape;417;p33"/>
          <p:cNvGrpSpPr/>
          <p:nvPr/>
        </p:nvGrpSpPr>
        <p:grpSpPr>
          <a:xfrm>
            <a:off x="184447" y="1289308"/>
            <a:ext cx="234196" cy="188409"/>
            <a:chOff x="368022" y="616196"/>
            <a:chExt cx="234196" cy="188409"/>
          </a:xfrm>
        </p:grpSpPr>
        <p:sp>
          <p:nvSpPr>
            <p:cNvPr id="418" name="Google Shape;418;p33"/>
            <p:cNvSpPr/>
            <p:nvPr/>
          </p:nvSpPr>
          <p:spPr>
            <a:xfrm>
              <a:off x="368022" y="616196"/>
              <a:ext cx="122220" cy="188409"/>
            </a:xfrm>
            <a:custGeom>
              <a:avLst/>
              <a:gdLst/>
              <a:ahLst/>
              <a:cxnLst/>
              <a:rect l="l" t="t" r="r" b="b"/>
              <a:pathLst>
                <a:path w="1444" h="2226" extrusionOk="0">
                  <a:moveTo>
                    <a:pt x="1234" y="0"/>
                  </a:moveTo>
                  <a:cubicBezTo>
                    <a:pt x="1175" y="0"/>
                    <a:pt x="1109" y="21"/>
                    <a:pt x="1062" y="68"/>
                  </a:cubicBezTo>
                  <a:lnTo>
                    <a:pt x="1" y="1165"/>
                  </a:lnTo>
                  <a:lnTo>
                    <a:pt x="1062" y="2162"/>
                  </a:lnTo>
                  <a:cubicBezTo>
                    <a:pt x="1118" y="2190"/>
                    <a:pt x="1175" y="2226"/>
                    <a:pt x="1203" y="2226"/>
                  </a:cubicBezTo>
                  <a:cubicBezTo>
                    <a:pt x="1267" y="2226"/>
                    <a:pt x="1324" y="2190"/>
                    <a:pt x="1380" y="2162"/>
                  </a:cubicBezTo>
                  <a:cubicBezTo>
                    <a:pt x="1444" y="2077"/>
                    <a:pt x="1444" y="1929"/>
                    <a:pt x="1352" y="1837"/>
                  </a:cubicBezTo>
                  <a:lnTo>
                    <a:pt x="616" y="1165"/>
                  </a:lnTo>
                  <a:lnTo>
                    <a:pt x="1380" y="365"/>
                  </a:lnTo>
                  <a:cubicBezTo>
                    <a:pt x="1444" y="280"/>
                    <a:pt x="1444" y="132"/>
                    <a:pt x="1352" y="40"/>
                  </a:cubicBezTo>
                  <a:cubicBezTo>
                    <a:pt x="1327" y="14"/>
                    <a:pt x="1282" y="0"/>
                    <a:pt x="123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33"/>
            <p:cNvSpPr/>
            <p:nvPr/>
          </p:nvSpPr>
          <p:spPr>
            <a:xfrm>
              <a:off x="477627" y="616196"/>
              <a:ext cx="124590" cy="188409"/>
            </a:xfrm>
            <a:custGeom>
              <a:avLst/>
              <a:gdLst/>
              <a:ahLst/>
              <a:cxnLst/>
              <a:rect l="l" t="t" r="r" b="b"/>
              <a:pathLst>
                <a:path w="1472" h="2226" extrusionOk="0">
                  <a:moveTo>
                    <a:pt x="1240" y="0"/>
                  </a:moveTo>
                  <a:cubicBezTo>
                    <a:pt x="1174" y="0"/>
                    <a:pt x="1108" y="21"/>
                    <a:pt x="1062" y="68"/>
                  </a:cubicBezTo>
                  <a:lnTo>
                    <a:pt x="0" y="1165"/>
                  </a:lnTo>
                  <a:lnTo>
                    <a:pt x="1090" y="2162"/>
                  </a:lnTo>
                  <a:cubicBezTo>
                    <a:pt x="1118" y="2190"/>
                    <a:pt x="1182" y="2226"/>
                    <a:pt x="1210" y="2226"/>
                  </a:cubicBezTo>
                  <a:cubicBezTo>
                    <a:pt x="1267" y="2226"/>
                    <a:pt x="1323" y="2190"/>
                    <a:pt x="1387" y="2162"/>
                  </a:cubicBezTo>
                  <a:cubicBezTo>
                    <a:pt x="1472" y="2077"/>
                    <a:pt x="1444" y="1929"/>
                    <a:pt x="1359" y="1837"/>
                  </a:cubicBezTo>
                  <a:lnTo>
                    <a:pt x="616" y="1165"/>
                  </a:lnTo>
                  <a:lnTo>
                    <a:pt x="1387" y="365"/>
                  </a:lnTo>
                  <a:cubicBezTo>
                    <a:pt x="1472" y="280"/>
                    <a:pt x="1444" y="132"/>
                    <a:pt x="1387" y="40"/>
                  </a:cubicBezTo>
                  <a:cubicBezTo>
                    <a:pt x="1346" y="14"/>
                    <a:pt x="1293" y="0"/>
                    <a:pt x="124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0" name="Google Shape;420;p33"/>
          <p:cNvGrpSpPr/>
          <p:nvPr/>
        </p:nvGrpSpPr>
        <p:grpSpPr>
          <a:xfrm>
            <a:off x="8763527" y="3267172"/>
            <a:ext cx="234788" cy="188409"/>
            <a:chOff x="8551627" y="4274197"/>
            <a:chExt cx="234788" cy="188409"/>
          </a:xfrm>
        </p:grpSpPr>
        <p:sp>
          <p:nvSpPr>
            <p:cNvPr id="421" name="Google Shape;421;p33"/>
            <p:cNvSpPr/>
            <p:nvPr/>
          </p:nvSpPr>
          <p:spPr>
            <a:xfrm>
              <a:off x="8661148" y="4274197"/>
              <a:ext cx="125267" cy="188409"/>
            </a:xfrm>
            <a:custGeom>
              <a:avLst/>
              <a:gdLst/>
              <a:ahLst/>
              <a:cxnLst/>
              <a:rect l="l" t="t" r="r" b="b"/>
              <a:pathLst>
                <a:path w="1480" h="2226" extrusionOk="0">
                  <a:moveTo>
                    <a:pt x="219" y="1"/>
                  </a:moveTo>
                  <a:cubicBezTo>
                    <a:pt x="174" y="1"/>
                    <a:pt x="130" y="15"/>
                    <a:pt x="93" y="39"/>
                  </a:cubicBezTo>
                  <a:cubicBezTo>
                    <a:pt x="1" y="131"/>
                    <a:pt x="1" y="280"/>
                    <a:pt x="93" y="365"/>
                  </a:cubicBezTo>
                  <a:lnTo>
                    <a:pt x="857" y="1136"/>
                  </a:lnTo>
                  <a:lnTo>
                    <a:pt x="93" y="1843"/>
                  </a:lnTo>
                  <a:cubicBezTo>
                    <a:pt x="1" y="1928"/>
                    <a:pt x="1" y="2077"/>
                    <a:pt x="93" y="2133"/>
                  </a:cubicBezTo>
                  <a:cubicBezTo>
                    <a:pt x="121" y="2197"/>
                    <a:pt x="178" y="2225"/>
                    <a:pt x="241" y="2225"/>
                  </a:cubicBezTo>
                  <a:cubicBezTo>
                    <a:pt x="298" y="2225"/>
                    <a:pt x="355" y="2197"/>
                    <a:pt x="383" y="2162"/>
                  </a:cubicBezTo>
                  <a:lnTo>
                    <a:pt x="1479" y="1164"/>
                  </a:lnTo>
                  <a:lnTo>
                    <a:pt x="383" y="75"/>
                  </a:lnTo>
                  <a:cubicBezTo>
                    <a:pt x="335" y="23"/>
                    <a:pt x="277" y="1"/>
                    <a:pt x="219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33"/>
            <p:cNvSpPr/>
            <p:nvPr/>
          </p:nvSpPr>
          <p:spPr>
            <a:xfrm>
              <a:off x="8551627" y="4274197"/>
              <a:ext cx="122220" cy="188409"/>
            </a:xfrm>
            <a:custGeom>
              <a:avLst/>
              <a:gdLst/>
              <a:ahLst/>
              <a:cxnLst/>
              <a:rect l="l" t="t" r="r" b="b"/>
              <a:pathLst>
                <a:path w="1444" h="2226" extrusionOk="0">
                  <a:moveTo>
                    <a:pt x="218" y="1"/>
                  </a:moveTo>
                  <a:cubicBezTo>
                    <a:pt x="172" y="1"/>
                    <a:pt x="126" y="15"/>
                    <a:pt x="85" y="39"/>
                  </a:cubicBezTo>
                  <a:cubicBezTo>
                    <a:pt x="0" y="131"/>
                    <a:pt x="0" y="280"/>
                    <a:pt x="85" y="365"/>
                  </a:cubicBezTo>
                  <a:lnTo>
                    <a:pt x="856" y="1136"/>
                  </a:lnTo>
                  <a:lnTo>
                    <a:pt x="85" y="1843"/>
                  </a:lnTo>
                  <a:cubicBezTo>
                    <a:pt x="0" y="1928"/>
                    <a:pt x="0" y="2077"/>
                    <a:pt x="85" y="2133"/>
                  </a:cubicBezTo>
                  <a:cubicBezTo>
                    <a:pt x="121" y="2197"/>
                    <a:pt x="177" y="2225"/>
                    <a:pt x="234" y="2225"/>
                  </a:cubicBezTo>
                  <a:cubicBezTo>
                    <a:pt x="297" y="2225"/>
                    <a:pt x="326" y="2197"/>
                    <a:pt x="382" y="2162"/>
                  </a:cubicBezTo>
                  <a:lnTo>
                    <a:pt x="1444" y="1164"/>
                  </a:lnTo>
                  <a:lnTo>
                    <a:pt x="382" y="75"/>
                  </a:lnTo>
                  <a:cubicBezTo>
                    <a:pt x="335" y="23"/>
                    <a:pt x="276" y="1"/>
                    <a:pt x="21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DM Sans"/>
              <a:buNone/>
              <a:defRPr sz="35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DM Sans"/>
              <a:buNone/>
              <a:defRPr sz="35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DM Sans"/>
              <a:buNone/>
              <a:defRPr sz="35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DM Sans"/>
              <a:buNone/>
              <a:defRPr sz="35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DM Sans"/>
              <a:buNone/>
              <a:defRPr sz="35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DM Sans"/>
              <a:buNone/>
              <a:defRPr sz="35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DM Sans"/>
              <a:buNone/>
              <a:defRPr sz="35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DM Sans"/>
              <a:buNone/>
              <a:defRPr sz="35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34"/>
          <p:cNvSpPr txBox="1">
            <a:spLocks noGrp="1"/>
          </p:cNvSpPr>
          <p:nvPr>
            <p:ph type="subTitle" idx="3"/>
          </p:nvPr>
        </p:nvSpPr>
        <p:spPr>
          <a:xfrm>
            <a:off x="5080208" y="1938337"/>
            <a:ext cx="2505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/>
              <a:t>Thomas MURGIA</a:t>
            </a:r>
            <a:endParaRPr sz="1600" dirty="0"/>
          </a:p>
        </p:txBody>
      </p:sp>
      <p:sp>
        <p:nvSpPr>
          <p:cNvPr id="428" name="Google Shape;428;p34"/>
          <p:cNvSpPr txBox="1">
            <a:spLocks noGrp="1"/>
          </p:cNvSpPr>
          <p:nvPr>
            <p:ph type="subTitle" idx="4"/>
          </p:nvPr>
        </p:nvSpPr>
        <p:spPr>
          <a:xfrm>
            <a:off x="1558208" y="1938337"/>
            <a:ext cx="2505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/>
              <a:t>Clément FAVAREL</a:t>
            </a:r>
            <a:endParaRPr sz="1600" dirty="0"/>
          </a:p>
        </p:txBody>
      </p:sp>
      <p:sp>
        <p:nvSpPr>
          <p:cNvPr id="429" name="Google Shape;429;p3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Projet ISY - Groupe 1</a:t>
            </a:r>
            <a:endParaRPr sz="2000"/>
          </a:p>
        </p:txBody>
      </p:sp>
      <p:pic>
        <p:nvPicPr>
          <p:cNvPr id="430" name="Google Shape;430;p34" title="avatar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20350" y="1012033"/>
            <a:ext cx="981300" cy="9813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431" name="Google Shape;431;p34" title="avatar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42350" y="1012033"/>
            <a:ext cx="981300" cy="9813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432" name="Google Shape;432;p34"/>
          <p:cNvSpPr txBox="1">
            <a:spLocks noGrp="1"/>
          </p:cNvSpPr>
          <p:nvPr>
            <p:ph type="subTitle" idx="3"/>
          </p:nvPr>
        </p:nvSpPr>
        <p:spPr>
          <a:xfrm>
            <a:off x="5080208" y="3884992"/>
            <a:ext cx="25056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/>
              <a:t>Michel QUIVRONT</a:t>
            </a:r>
            <a:endParaRPr sz="1600" dirty="0"/>
          </a:p>
        </p:txBody>
      </p:sp>
      <p:sp>
        <p:nvSpPr>
          <p:cNvPr id="433" name="Google Shape;433;p34"/>
          <p:cNvSpPr txBox="1">
            <a:spLocks noGrp="1"/>
          </p:cNvSpPr>
          <p:nvPr>
            <p:ph type="subTitle" idx="4"/>
          </p:nvPr>
        </p:nvSpPr>
        <p:spPr>
          <a:xfrm>
            <a:off x="1558208" y="3884992"/>
            <a:ext cx="25056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/>
              <a:t>Nicolas PRUDHOMME</a:t>
            </a:r>
            <a:endParaRPr sz="1600" dirty="0"/>
          </a:p>
        </p:txBody>
      </p:sp>
      <p:pic>
        <p:nvPicPr>
          <p:cNvPr id="434" name="Google Shape;434;p34" title="avatar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20350" y="3029503"/>
            <a:ext cx="981300" cy="9813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435" name="Google Shape;435;p34" title="avatar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42350" y="3029503"/>
            <a:ext cx="981300" cy="9813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437" name="Google Shape;437;p34"/>
          <p:cNvSpPr txBox="1">
            <a:spLocks noGrp="1"/>
          </p:cNvSpPr>
          <p:nvPr>
            <p:ph type="subTitle" idx="4294967295"/>
          </p:nvPr>
        </p:nvSpPr>
        <p:spPr>
          <a:xfrm>
            <a:off x="1331857" y="2441707"/>
            <a:ext cx="3077111" cy="34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>
              <a:lnSpc>
                <a:spcPct val="100000"/>
              </a:lnSpc>
              <a:buNone/>
            </a:pPr>
            <a:r>
              <a:rPr lang="fr-FR" sz="1200" dirty="0">
                <a:solidFill>
                  <a:srgbClr val="000000"/>
                </a:solidFill>
                <a:latin typeface="Arial"/>
                <a:cs typeface="Arial"/>
              </a:rPr>
              <a:t>Développeur Principal </a:t>
            </a:r>
            <a:r>
              <a:rPr lang="en" sz="1200" dirty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/ </a:t>
            </a:r>
            <a:r>
              <a:rPr lang="en" sz="12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Référent technique</a:t>
            </a:r>
            <a:endParaRPr sz="1200" dirty="0"/>
          </a:p>
        </p:txBody>
      </p:sp>
      <p:sp>
        <p:nvSpPr>
          <p:cNvPr id="438" name="Google Shape;438;p34"/>
          <p:cNvSpPr txBox="1">
            <a:spLocks noGrp="1"/>
          </p:cNvSpPr>
          <p:nvPr>
            <p:ph type="subTitle" idx="4294967295"/>
          </p:nvPr>
        </p:nvSpPr>
        <p:spPr>
          <a:xfrm>
            <a:off x="971108" y="4342125"/>
            <a:ext cx="3600892" cy="52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Responsable Conception &amp; Analyse / Développeur</a:t>
            </a:r>
            <a:endParaRPr sz="1200" dirty="0"/>
          </a:p>
        </p:txBody>
      </p:sp>
      <p:sp>
        <p:nvSpPr>
          <p:cNvPr id="439" name="Google Shape;439;p34"/>
          <p:cNvSpPr txBox="1">
            <a:spLocks noGrp="1"/>
          </p:cNvSpPr>
          <p:nvPr>
            <p:ph type="subTitle" idx="4294967295"/>
          </p:nvPr>
        </p:nvSpPr>
        <p:spPr>
          <a:xfrm>
            <a:off x="4913550" y="4342125"/>
            <a:ext cx="2838900" cy="52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IVVQ / Développeur</a:t>
            </a:r>
            <a:endParaRPr sz="1200" dirty="0"/>
          </a:p>
        </p:txBody>
      </p:sp>
      <p:sp>
        <p:nvSpPr>
          <p:cNvPr id="6" name="Google Shape;437;p34">
            <a:extLst>
              <a:ext uri="{FF2B5EF4-FFF2-40B4-BE49-F238E27FC236}">
                <a16:creationId xmlns:a16="http://schemas.microsoft.com/office/drawing/2014/main" id="{A54F7F0A-FDC0-AD35-42B7-5A0AE2769C6C}"/>
              </a:ext>
            </a:extLst>
          </p:cNvPr>
          <p:cNvSpPr txBox="1">
            <a:spLocks/>
          </p:cNvSpPr>
          <p:nvPr/>
        </p:nvSpPr>
        <p:spPr>
          <a:xfrm>
            <a:off x="4940711" y="2441707"/>
            <a:ext cx="2708400" cy="3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" sz="1200" dirty="0">
                <a:solidFill>
                  <a:srgbClr val="000000"/>
                </a:solidFill>
                <a:latin typeface="Arial"/>
                <a:cs typeface="Arial"/>
              </a:rPr>
              <a:t>Chef de projet / Développeur avancé</a:t>
            </a:r>
            <a:endParaRPr lang="fr-FR" sz="1200" dirty="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35"/>
          <p:cNvSpPr txBox="1"/>
          <p:nvPr/>
        </p:nvSpPr>
        <p:spPr>
          <a:xfrm>
            <a:off x="5113168" y="404986"/>
            <a:ext cx="3612300" cy="53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Diagramme de flux</a:t>
            </a:r>
            <a:endParaRPr sz="2400" b="1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445" name="Google Shape;445;p35" title="DiagrammeFlux_Projet_a_jourV3.drawi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825" y="492600"/>
            <a:ext cx="7667376" cy="44317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36"/>
          <p:cNvSpPr txBox="1"/>
          <p:nvPr/>
        </p:nvSpPr>
        <p:spPr>
          <a:xfrm>
            <a:off x="397250" y="437475"/>
            <a:ext cx="4217700" cy="4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rPr>
              <a:t>Architecture Logiciel</a:t>
            </a:r>
            <a:endParaRPr sz="2400" b="1">
              <a:solidFill>
                <a:schemeClr val="accent4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451" name="Google Shape;451;p36"/>
          <p:cNvPicPr preferRelativeResize="0"/>
          <p:nvPr/>
        </p:nvPicPr>
        <p:blipFill rotWithShape="1">
          <a:blip r:embed="rId3">
            <a:alphaModFix/>
          </a:blip>
          <a:srcRect l="2399" t="6703" r="1612" b="3432"/>
          <a:stretch/>
        </p:blipFill>
        <p:spPr>
          <a:xfrm>
            <a:off x="578975" y="977975"/>
            <a:ext cx="7986048" cy="35959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Roadmap du projet</a:t>
            </a:r>
            <a:endParaRPr/>
          </a:p>
        </p:txBody>
      </p:sp>
      <p:sp>
        <p:nvSpPr>
          <p:cNvPr id="457" name="Google Shape;457;p37"/>
          <p:cNvSpPr txBox="1"/>
          <p:nvPr/>
        </p:nvSpPr>
        <p:spPr>
          <a:xfrm flipH="1">
            <a:off x="604531" y="2082200"/>
            <a:ext cx="2143200" cy="46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Spécifications</a:t>
            </a:r>
            <a:endParaRPr sz="1800" b="1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58" name="Google Shape;458;p37"/>
          <p:cNvSpPr txBox="1"/>
          <p:nvPr/>
        </p:nvSpPr>
        <p:spPr>
          <a:xfrm flipH="1">
            <a:off x="604533" y="1566845"/>
            <a:ext cx="2143200" cy="5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Analyse fonctionnelle</a:t>
            </a:r>
            <a:br>
              <a:rPr lang="en" sz="12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</a:br>
            <a:r>
              <a:rPr lang="en" sz="12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Cas d’utilisation UML</a:t>
            </a:r>
            <a:endParaRPr sz="1200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459" name="Google Shape;459;p37"/>
          <p:cNvSpPr txBox="1"/>
          <p:nvPr/>
        </p:nvSpPr>
        <p:spPr>
          <a:xfrm flipH="1">
            <a:off x="1980581" y="3375000"/>
            <a:ext cx="2143200" cy="46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Conception</a:t>
            </a:r>
            <a:endParaRPr sz="18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60" name="Google Shape;460;p37"/>
          <p:cNvSpPr txBox="1"/>
          <p:nvPr/>
        </p:nvSpPr>
        <p:spPr>
          <a:xfrm flipH="1">
            <a:off x="1403178" y="3748505"/>
            <a:ext cx="3293346" cy="80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Conception de l’architecture multi-processus </a:t>
            </a:r>
            <a:br>
              <a:rPr lang="en" sz="12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</a:br>
            <a:r>
              <a:rPr lang="en" sz="12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(serveur, groupes, clients, affichages)</a:t>
            </a:r>
            <a:endParaRPr sz="1200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461" name="Google Shape;461;p37"/>
          <p:cNvSpPr txBox="1"/>
          <p:nvPr/>
        </p:nvSpPr>
        <p:spPr>
          <a:xfrm flipH="1">
            <a:off x="3656806" y="2082200"/>
            <a:ext cx="2143200" cy="46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Développement</a:t>
            </a:r>
            <a:endParaRPr sz="1800" b="1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62" name="Google Shape;462;p37"/>
          <p:cNvSpPr txBox="1"/>
          <p:nvPr/>
        </p:nvSpPr>
        <p:spPr>
          <a:xfrm flipH="1">
            <a:off x="3301300" y="1557765"/>
            <a:ext cx="2854200" cy="5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Implémentation des fonctionnalités de messagerie et de gestion des groupes</a:t>
            </a:r>
            <a:endParaRPr sz="1200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463" name="Google Shape;463;p37"/>
          <p:cNvSpPr txBox="1"/>
          <p:nvPr/>
        </p:nvSpPr>
        <p:spPr>
          <a:xfrm flipH="1">
            <a:off x="5182931" y="3375000"/>
            <a:ext cx="2143200" cy="46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Intégration</a:t>
            </a:r>
            <a:endParaRPr sz="18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64" name="Google Shape;464;p37"/>
          <p:cNvSpPr txBox="1"/>
          <p:nvPr/>
        </p:nvSpPr>
        <p:spPr>
          <a:xfrm flipH="1">
            <a:off x="4955803" y="3748505"/>
            <a:ext cx="2597456" cy="5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Tests unitaires et tests multi-clients</a:t>
            </a:r>
            <a:endParaRPr sz="1200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465" name="Google Shape;465;p37"/>
          <p:cNvSpPr/>
          <p:nvPr/>
        </p:nvSpPr>
        <p:spPr>
          <a:xfrm>
            <a:off x="1524031" y="2834388"/>
            <a:ext cx="304200" cy="3042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6" name="Google Shape;466;p37"/>
          <p:cNvSpPr/>
          <p:nvPr/>
        </p:nvSpPr>
        <p:spPr>
          <a:xfrm>
            <a:off x="2897764" y="2834388"/>
            <a:ext cx="304200" cy="3042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7" name="Google Shape;467;p37"/>
          <p:cNvSpPr/>
          <p:nvPr/>
        </p:nvSpPr>
        <p:spPr>
          <a:xfrm>
            <a:off x="4500097" y="2834388"/>
            <a:ext cx="304200" cy="3042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cxnSp>
        <p:nvCxnSpPr>
          <p:cNvPr id="468" name="Google Shape;468;p37"/>
          <p:cNvCxnSpPr>
            <a:stCxn id="465" idx="6"/>
            <a:endCxn id="466" idx="2"/>
          </p:cNvCxnSpPr>
          <p:nvPr/>
        </p:nvCxnSpPr>
        <p:spPr>
          <a:xfrm>
            <a:off x="1828231" y="2986488"/>
            <a:ext cx="1069500" cy="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9" name="Google Shape;469;p37"/>
          <p:cNvCxnSpPr>
            <a:stCxn id="466" idx="6"/>
            <a:endCxn id="467" idx="2"/>
          </p:cNvCxnSpPr>
          <p:nvPr/>
        </p:nvCxnSpPr>
        <p:spPr>
          <a:xfrm>
            <a:off x="3201964" y="2986488"/>
            <a:ext cx="1298100" cy="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0" name="Google Shape;470;p37"/>
          <p:cNvSpPr txBox="1"/>
          <p:nvPr/>
        </p:nvSpPr>
        <p:spPr>
          <a:xfrm flipH="1">
            <a:off x="6556681" y="2136900"/>
            <a:ext cx="2143200" cy="46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Validation</a:t>
            </a:r>
            <a:endParaRPr sz="18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71" name="Google Shape;471;p37"/>
          <p:cNvSpPr txBox="1"/>
          <p:nvPr/>
        </p:nvSpPr>
        <p:spPr>
          <a:xfrm flipH="1">
            <a:off x="6556683" y="1586105"/>
            <a:ext cx="2143200" cy="5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Tests fonctionnels</a:t>
            </a:r>
            <a:br>
              <a:rPr lang="en"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</a:br>
            <a:r>
              <a:rPr lang="en"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Tests de robustesse</a:t>
            </a:r>
            <a:endParaRPr sz="12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472" name="Google Shape;472;p37"/>
          <p:cNvSpPr/>
          <p:nvPr/>
        </p:nvSpPr>
        <p:spPr>
          <a:xfrm rot="10800000">
            <a:off x="7476189" y="2833414"/>
            <a:ext cx="304200" cy="3042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3" name="Google Shape;473;p37"/>
          <p:cNvSpPr/>
          <p:nvPr/>
        </p:nvSpPr>
        <p:spPr>
          <a:xfrm rot="10800000">
            <a:off x="6102456" y="2833414"/>
            <a:ext cx="304200" cy="3042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74" name="Google Shape;474;p37"/>
          <p:cNvCxnSpPr>
            <a:stCxn id="472" idx="6"/>
            <a:endCxn id="473" idx="2"/>
          </p:cNvCxnSpPr>
          <p:nvPr/>
        </p:nvCxnSpPr>
        <p:spPr>
          <a:xfrm rot="10800000">
            <a:off x="6406689" y="2985514"/>
            <a:ext cx="1069500" cy="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5" name="Google Shape;475;p37"/>
          <p:cNvCxnSpPr>
            <a:stCxn id="473" idx="6"/>
          </p:cNvCxnSpPr>
          <p:nvPr/>
        </p:nvCxnSpPr>
        <p:spPr>
          <a:xfrm rot="10800000">
            <a:off x="4804356" y="2985514"/>
            <a:ext cx="1298100" cy="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458;p37">
            <a:extLst>
              <a:ext uri="{FF2B5EF4-FFF2-40B4-BE49-F238E27FC236}">
                <a16:creationId xmlns:a16="http://schemas.microsoft.com/office/drawing/2014/main" id="{963A5416-24CC-FC34-8C18-72B4C315F781}"/>
              </a:ext>
            </a:extLst>
          </p:cNvPr>
          <p:cNvSpPr txBox="1"/>
          <p:nvPr/>
        </p:nvSpPr>
        <p:spPr>
          <a:xfrm flipH="1">
            <a:off x="1344798" y="2546549"/>
            <a:ext cx="662666" cy="30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7 Nov</a:t>
            </a:r>
            <a:endParaRPr sz="1000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3" name="Google Shape;458;p37">
            <a:extLst>
              <a:ext uri="{FF2B5EF4-FFF2-40B4-BE49-F238E27FC236}">
                <a16:creationId xmlns:a16="http://schemas.microsoft.com/office/drawing/2014/main" id="{4C50DFFC-448C-C4FB-12D7-D57019EDDFC2}"/>
              </a:ext>
            </a:extLst>
          </p:cNvPr>
          <p:cNvSpPr txBox="1"/>
          <p:nvPr/>
        </p:nvSpPr>
        <p:spPr>
          <a:xfrm flipH="1">
            <a:off x="2670384" y="3077263"/>
            <a:ext cx="758934" cy="324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14 Nov</a:t>
            </a:r>
            <a:endParaRPr sz="1000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4" name="Google Shape;458;p37">
            <a:extLst>
              <a:ext uri="{FF2B5EF4-FFF2-40B4-BE49-F238E27FC236}">
                <a16:creationId xmlns:a16="http://schemas.microsoft.com/office/drawing/2014/main" id="{347B20A2-BE42-4888-04CA-2C0E2766AB5B}"/>
              </a:ext>
            </a:extLst>
          </p:cNvPr>
          <p:cNvSpPr txBox="1"/>
          <p:nvPr/>
        </p:nvSpPr>
        <p:spPr>
          <a:xfrm flipH="1">
            <a:off x="4263405" y="2536339"/>
            <a:ext cx="758934" cy="324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21 Nov</a:t>
            </a:r>
            <a:endParaRPr sz="1000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5" name="Google Shape;458;p37">
            <a:extLst>
              <a:ext uri="{FF2B5EF4-FFF2-40B4-BE49-F238E27FC236}">
                <a16:creationId xmlns:a16="http://schemas.microsoft.com/office/drawing/2014/main" id="{3229CE25-2D0B-0577-4827-38632FDBD4EF}"/>
              </a:ext>
            </a:extLst>
          </p:cNvPr>
          <p:cNvSpPr txBox="1"/>
          <p:nvPr/>
        </p:nvSpPr>
        <p:spPr>
          <a:xfrm flipH="1">
            <a:off x="5875064" y="3077263"/>
            <a:ext cx="758934" cy="324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01 Dec</a:t>
            </a:r>
            <a:endParaRPr sz="1000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6" name="Google Shape;458;p37">
            <a:extLst>
              <a:ext uri="{FF2B5EF4-FFF2-40B4-BE49-F238E27FC236}">
                <a16:creationId xmlns:a16="http://schemas.microsoft.com/office/drawing/2014/main" id="{BC7FECB2-C7FA-5C14-4816-42149835795B}"/>
              </a:ext>
            </a:extLst>
          </p:cNvPr>
          <p:cNvSpPr txBox="1"/>
          <p:nvPr/>
        </p:nvSpPr>
        <p:spPr>
          <a:xfrm flipH="1">
            <a:off x="7248814" y="2536339"/>
            <a:ext cx="758934" cy="324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15 Dec</a:t>
            </a:r>
            <a:endParaRPr sz="1000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38"/>
          <p:cNvSpPr txBox="1">
            <a:spLocks noGrp="1"/>
          </p:cNvSpPr>
          <p:nvPr>
            <p:ph type="subTitle" idx="3"/>
          </p:nvPr>
        </p:nvSpPr>
        <p:spPr>
          <a:xfrm>
            <a:off x="980163" y="2712413"/>
            <a:ext cx="3137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Bannissement sans mémorisation des utilisateurs bannis</a:t>
            </a:r>
            <a:endParaRPr sz="1200"/>
          </a:p>
        </p:txBody>
      </p:sp>
      <p:sp>
        <p:nvSpPr>
          <p:cNvPr id="481" name="Google Shape;481;p38"/>
          <p:cNvSpPr txBox="1">
            <a:spLocks noGrp="1"/>
          </p:cNvSpPr>
          <p:nvPr>
            <p:ph type="subTitle" idx="1"/>
          </p:nvPr>
        </p:nvSpPr>
        <p:spPr>
          <a:xfrm>
            <a:off x="980163" y="1593413"/>
            <a:ext cx="2828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Problème de gestion et définitions au début…</a:t>
            </a:r>
            <a:endParaRPr sz="1200"/>
          </a:p>
        </p:txBody>
      </p:sp>
      <p:sp>
        <p:nvSpPr>
          <p:cNvPr id="482" name="Google Shape;482;p38"/>
          <p:cNvSpPr txBox="1">
            <a:spLocks noGrp="1"/>
          </p:cNvSpPr>
          <p:nvPr>
            <p:ph type="subTitle" idx="2"/>
          </p:nvPr>
        </p:nvSpPr>
        <p:spPr>
          <a:xfrm>
            <a:off x="5390425" y="1504300"/>
            <a:ext cx="2524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Revenir aux bases et bien concevoir le projet</a:t>
            </a:r>
            <a:endParaRPr sz="1200"/>
          </a:p>
        </p:txBody>
      </p:sp>
      <p:sp>
        <p:nvSpPr>
          <p:cNvPr id="483" name="Google Shape;483;p38"/>
          <p:cNvSpPr txBox="1">
            <a:spLocks noGrp="1"/>
          </p:cNvSpPr>
          <p:nvPr>
            <p:ph type="subTitle" idx="4"/>
          </p:nvPr>
        </p:nvSpPr>
        <p:spPr>
          <a:xfrm>
            <a:off x="5390429" y="2684366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Etablir une liste noire pour mémoriser les users bannis</a:t>
            </a:r>
            <a:endParaRPr sz="1200"/>
          </a:p>
        </p:txBody>
      </p:sp>
      <p:sp>
        <p:nvSpPr>
          <p:cNvPr id="484" name="Google Shape;484;p38"/>
          <p:cNvSpPr txBox="1">
            <a:spLocks noGrp="1"/>
          </p:cNvSpPr>
          <p:nvPr>
            <p:ph type="title" idx="5"/>
          </p:nvPr>
        </p:nvSpPr>
        <p:spPr>
          <a:xfrm>
            <a:off x="980163" y="549438"/>
            <a:ext cx="2305500" cy="540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Difficultés</a:t>
            </a:r>
            <a:endParaRPr/>
          </a:p>
        </p:txBody>
      </p:sp>
      <p:sp>
        <p:nvSpPr>
          <p:cNvPr id="485" name="Google Shape;485;p38"/>
          <p:cNvSpPr txBox="1">
            <a:spLocks noGrp="1"/>
          </p:cNvSpPr>
          <p:nvPr>
            <p:ph type="title" idx="7"/>
          </p:nvPr>
        </p:nvSpPr>
        <p:spPr>
          <a:xfrm>
            <a:off x="5390439" y="478213"/>
            <a:ext cx="2123400" cy="540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C3B1"/>
                </a:solidFill>
              </a:rPr>
              <a:t>Solutions</a:t>
            </a:r>
            <a:endParaRPr>
              <a:solidFill>
                <a:srgbClr val="00C3B1"/>
              </a:solidFill>
            </a:endParaRPr>
          </a:p>
        </p:txBody>
      </p:sp>
      <p:sp>
        <p:nvSpPr>
          <p:cNvPr id="486" name="Google Shape;486;p38"/>
          <p:cNvSpPr txBox="1">
            <a:spLocks noGrp="1"/>
          </p:cNvSpPr>
          <p:nvPr>
            <p:ph type="subTitle" idx="9"/>
          </p:nvPr>
        </p:nvSpPr>
        <p:spPr>
          <a:xfrm>
            <a:off x="980163" y="1202863"/>
            <a:ext cx="34572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Démarrage précipité</a:t>
            </a:r>
            <a:endParaRPr sz="1800"/>
          </a:p>
        </p:txBody>
      </p:sp>
      <p:sp>
        <p:nvSpPr>
          <p:cNvPr id="487" name="Google Shape;487;p38"/>
          <p:cNvSpPr txBox="1">
            <a:spLocks noGrp="1"/>
          </p:cNvSpPr>
          <p:nvPr>
            <p:ph type="subTitle" idx="13"/>
          </p:nvPr>
        </p:nvSpPr>
        <p:spPr>
          <a:xfrm>
            <a:off x="5390429" y="1090349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Temporiser</a:t>
            </a:r>
            <a:endParaRPr sz="1800"/>
          </a:p>
        </p:txBody>
      </p:sp>
      <p:sp>
        <p:nvSpPr>
          <p:cNvPr id="488" name="Google Shape;488;p38"/>
          <p:cNvSpPr txBox="1">
            <a:spLocks noGrp="1"/>
          </p:cNvSpPr>
          <p:nvPr>
            <p:ph type="subTitle" idx="14"/>
          </p:nvPr>
        </p:nvSpPr>
        <p:spPr>
          <a:xfrm>
            <a:off x="980163" y="2269888"/>
            <a:ext cx="3980400" cy="540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Bannissement persistant</a:t>
            </a:r>
            <a:endParaRPr sz="1800">
              <a:solidFill>
                <a:srgbClr val="1C1C1B"/>
              </a:solidFill>
            </a:endParaRPr>
          </a:p>
        </p:txBody>
      </p:sp>
      <p:sp>
        <p:nvSpPr>
          <p:cNvPr id="489" name="Google Shape;489;p38"/>
          <p:cNvSpPr txBox="1">
            <a:spLocks noGrp="1"/>
          </p:cNvSpPr>
          <p:nvPr>
            <p:ph type="subTitle" idx="15"/>
          </p:nvPr>
        </p:nvSpPr>
        <p:spPr>
          <a:xfrm>
            <a:off x="5390433" y="2269888"/>
            <a:ext cx="24498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Liste noire</a:t>
            </a:r>
            <a:endParaRPr sz="1800"/>
          </a:p>
        </p:txBody>
      </p:sp>
      <p:sp>
        <p:nvSpPr>
          <p:cNvPr id="490" name="Google Shape;490;p38"/>
          <p:cNvSpPr txBox="1">
            <a:spLocks noGrp="1"/>
          </p:cNvSpPr>
          <p:nvPr>
            <p:ph type="subTitle" idx="3"/>
          </p:nvPr>
        </p:nvSpPr>
        <p:spPr>
          <a:xfrm>
            <a:off x="980163" y="3867316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Problème de redirection des membres</a:t>
            </a:r>
            <a:endParaRPr sz="1200"/>
          </a:p>
        </p:txBody>
      </p:sp>
      <p:sp>
        <p:nvSpPr>
          <p:cNvPr id="491" name="Google Shape;491;p38"/>
          <p:cNvSpPr txBox="1">
            <a:spLocks noGrp="1"/>
          </p:cNvSpPr>
          <p:nvPr>
            <p:ph type="subTitle" idx="4"/>
          </p:nvPr>
        </p:nvSpPr>
        <p:spPr>
          <a:xfrm>
            <a:off x="5390429" y="4168291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MàJ le numéro de port et relancer l’affichage</a:t>
            </a:r>
            <a:endParaRPr sz="1200"/>
          </a:p>
        </p:txBody>
      </p:sp>
      <p:sp>
        <p:nvSpPr>
          <p:cNvPr id="492" name="Google Shape;492;p38"/>
          <p:cNvSpPr txBox="1">
            <a:spLocks noGrp="1"/>
          </p:cNvSpPr>
          <p:nvPr>
            <p:ph type="subTitle" idx="14"/>
          </p:nvPr>
        </p:nvSpPr>
        <p:spPr>
          <a:xfrm>
            <a:off x="980163" y="3505113"/>
            <a:ext cx="30168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Fusion de groupes</a:t>
            </a:r>
            <a:endParaRPr sz="1800"/>
          </a:p>
        </p:txBody>
      </p:sp>
      <p:sp>
        <p:nvSpPr>
          <p:cNvPr id="493" name="Google Shape;493;p38"/>
          <p:cNvSpPr txBox="1">
            <a:spLocks noGrp="1"/>
          </p:cNvSpPr>
          <p:nvPr>
            <p:ph type="subTitle" idx="15"/>
          </p:nvPr>
        </p:nvSpPr>
        <p:spPr>
          <a:xfrm>
            <a:off x="5390424" y="3753825"/>
            <a:ext cx="28287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MàJ dynamique des variables</a:t>
            </a:r>
            <a:endParaRPr sz="18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rackets Lesson for Coding and Programming by Slidesgo">
  <a:themeElements>
    <a:clrScheme name="Simple Light">
      <a:dk1>
        <a:srgbClr val="383838"/>
      </a:dk1>
      <a:lt1>
        <a:srgbClr val="F9F9F9"/>
      </a:lt1>
      <a:dk2>
        <a:srgbClr val="FFE3E3"/>
      </a:dk2>
      <a:lt2>
        <a:srgbClr val="FF807D"/>
      </a:lt2>
      <a:accent1>
        <a:srgbClr val="FF6E6B"/>
      </a:accent1>
      <a:accent2>
        <a:srgbClr val="E95856"/>
      </a:accent2>
      <a:accent3>
        <a:srgbClr val="ABC8F4"/>
      </a:accent3>
      <a:accent4>
        <a:srgbClr val="2E7DF4"/>
      </a:accent4>
      <a:accent5>
        <a:srgbClr val="0E66EB"/>
      </a:accent5>
      <a:accent6>
        <a:srgbClr val="FFFFFF"/>
      </a:accent6>
      <a:hlink>
        <a:srgbClr val="38383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158</Words>
  <Application>Microsoft Office PowerPoint</Application>
  <PresentationFormat>Affichage à l'écran (16:9)</PresentationFormat>
  <Paragraphs>42</Paragraphs>
  <Slides>5</Slides>
  <Notes>5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14" baseType="lpstr">
      <vt:lpstr>Anaheim</vt:lpstr>
      <vt:lpstr>Arial</vt:lpstr>
      <vt:lpstr>Bebas Neue</vt:lpstr>
      <vt:lpstr>Lato</vt:lpstr>
      <vt:lpstr>Lato Light</vt:lpstr>
      <vt:lpstr>Nunito Light</vt:lpstr>
      <vt:lpstr>Poppins</vt:lpstr>
      <vt:lpstr>PT Sans</vt:lpstr>
      <vt:lpstr>Brackets Lesson for Coding and Programming by Slidesgo</vt:lpstr>
      <vt:lpstr>Projet ISY - Groupe 1</vt:lpstr>
      <vt:lpstr>Présentation PowerPoint</vt:lpstr>
      <vt:lpstr>Présentation PowerPoint</vt:lpstr>
      <vt:lpstr>Roadmap du projet</vt:lpstr>
      <vt:lpstr>Difficultés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Thomas</dc:creator>
  <cp:lastModifiedBy>Thomas MURGIA</cp:lastModifiedBy>
  <cp:revision>2</cp:revision>
  <dcterms:modified xsi:type="dcterms:W3CDTF">2025-12-19T09:59:00Z</dcterms:modified>
</cp:coreProperties>
</file>