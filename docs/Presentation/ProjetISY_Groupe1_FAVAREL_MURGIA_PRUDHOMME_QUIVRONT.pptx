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d5260bdd8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d5260bdd85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f72ba2fac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f72ba2fac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b1493fd2a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b1493fd2a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122674"/>
            <a:ext cx="4100400" cy="21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424696"/>
            <a:ext cx="4100400" cy="37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13225" y="2254513"/>
            <a:ext cx="44445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322859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713225" y="3209796"/>
            <a:ext cx="4444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4923497" y="281246"/>
            <a:ext cx="234196" cy="188409"/>
            <a:chOff x="3889166" y="1636096"/>
            <a:chExt cx="98179" cy="78984"/>
          </a:xfrm>
        </p:grpSpPr>
        <p:sp>
          <p:nvSpPr>
            <p:cNvPr id="18" name="Google Shape;18;p3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3"/>
          <p:cNvGrpSpPr/>
          <p:nvPr/>
        </p:nvGrpSpPr>
        <p:grpSpPr>
          <a:xfrm>
            <a:off x="8670104" y="3863122"/>
            <a:ext cx="234788" cy="188409"/>
            <a:chOff x="4424582" y="1819850"/>
            <a:chExt cx="98427" cy="78984"/>
          </a:xfrm>
        </p:grpSpPr>
        <p:sp>
          <p:nvSpPr>
            <p:cNvPr id="21" name="Google Shape;21;p3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7856925" y="3725245"/>
            <a:ext cx="2496096" cy="1582356"/>
          </a:xfrm>
          <a:custGeom>
            <a:avLst/>
            <a:gdLst/>
            <a:ahLst/>
            <a:cxnLst/>
            <a:rect l="l" t="t" r="r" b="b"/>
            <a:pathLst>
              <a:path w="47371" h="30030" extrusionOk="0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/>
          <p:nvPr/>
        </p:nvSpPr>
        <p:spPr>
          <a:xfrm rot="-8598636">
            <a:off x="-986011" y="800483"/>
            <a:ext cx="1492690" cy="1867091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>
            <a:off x="186765" y="3075875"/>
            <a:ext cx="360758" cy="258297"/>
            <a:chOff x="4992850" y="4345375"/>
            <a:chExt cx="607336" cy="638400"/>
          </a:xfrm>
        </p:grpSpPr>
        <p:sp>
          <p:nvSpPr>
            <p:cNvPr id="27" name="Google Shape;27;p4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9;p4"/>
          <p:cNvSpPr/>
          <p:nvPr/>
        </p:nvSpPr>
        <p:spPr>
          <a:xfrm>
            <a:off x="8534500" y="25717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" name="Google Shape;30;p4"/>
          <p:cNvGrpSpPr/>
          <p:nvPr/>
        </p:nvGrpSpPr>
        <p:grpSpPr>
          <a:xfrm>
            <a:off x="139422" y="1258621"/>
            <a:ext cx="234196" cy="188409"/>
            <a:chOff x="5151797" y="479071"/>
            <a:chExt cx="234196" cy="188409"/>
          </a:xfrm>
        </p:grpSpPr>
        <p:sp>
          <p:nvSpPr>
            <p:cNvPr id="31" name="Google Shape;31;p4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33;p4"/>
          <p:cNvGrpSpPr/>
          <p:nvPr/>
        </p:nvGrpSpPr>
        <p:grpSpPr>
          <a:xfrm>
            <a:off x="8687454" y="4050122"/>
            <a:ext cx="234788" cy="188409"/>
            <a:chOff x="6428979" y="917397"/>
            <a:chExt cx="234788" cy="188409"/>
          </a:xfrm>
        </p:grpSpPr>
        <p:sp>
          <p:nvSpPr>
            <p:cNvPr id="34" name="Google Shape;34;p4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4"/>
          <p:cNvSpPr/>
          <p:nvPr/>
        </p:nvSpPr>
        <p:spPr>
          <a:xfrm>
            <a:off x="8749600" y="33341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12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5055284" y="373864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2"/>
          </p:nvPr>
        </p:nvSpPr>
        <p:spPr>
          <a:xfrm>
            <a:off x="1583300" y="373864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3"/>
          </p:nvPr>
        </p:nvSpPr>
        <p:spPr>
          <a:xfrm>
            <a:off x="5055275" y="3242150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4"/>
          </p:nvPr>
        </p:nvSpPr>
        <p:spPr>
          <a:xfrm>
            <a:off x="1583075" y="3242150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 rot="2256459" flipH="1">
            <a:off x="-1314778" y="2364914"/>
            <a:ext cx="2210833" cy="2142776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8462279" y="612607"/>
            <a:ext cx="1607998" cy="2011357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245040" y="2658850"/>
            <a:ext cx="360758" cy="258297"/>
            <a:chOff x="4992850" y="4345375"/>
            <a:chExt cx="607336" cy="638400"/>
          </a:xfrm>
        </p:grpSpPr>
        <p:sp>
          <p:nvSpPr>
            <p:cNvPr id="50" name="Google Shape;50;p5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/>
          <p:nvPr/>
        </p:nvSpPr>
        <p:spPr>
          <a:xfrm>
            <a:off x="8898775" y="118322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Google Shape;53;p5"/>
          <p:cNvGrpSpPr/>
          <p:nvPr/>
        </p:nvGrpSpPr>
        <p:grpSpPr>
          <a:xfrm>
            <a:off x="175847" y="3903221"/>
            <a:ext cx="234196" cy="188409"/>
            <a:chOff x="5151797" y="479071"/>
            <a:chExt cx="234196" cy="188409"/>
          </a:xfrm>
        </p:grpSpPr>
        <p:sp>
          <p:nvSpPr>
            <p:cNvPr id="54" name="Google Shape;54;p5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5"/>
          <p:cNvGrpSpPr/>
          <p:nvPr/>
        </p:nvGrpSpPr>
        <p:grpSpPr>
          <a:xfrm>
            <a:off x="8729554" y="3525597"/>
            <a:ext cx="234788" cy="188409"/>
            <a:chOff x="6428979" y="917397"/>
            <a:chExt cx="234788" cy="188409"/>
          </a:xfrm>
        </p:grpSpPr>
        <p:sp>
          <p:nvSpPr>
            <p:cNvPr id="57" name="Google Shape;57;p5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-2362825" y="3936750"/>
            <a:ext cx="3228251" cy="2660759"/>
          </a:xfrm>
          <a:custGeom>
            <a:avLst/>
            <a:gdLst/>
            <a:ahLst/>
            <a:cxnLst/>
            <a:rect l="l" t="t" r="r" b="b"/>
            <a:pathLst>
              <a:path w="42568" h="35085" extrusionOk="0">
                <a:moveTo>
                  <a:pt x="28184" y="1"/>
                </a:moveTo>
                <a:cubicBezTo>
                  <a:pt x="27147" y="1"/>
                  <a:pt x="26108" y="74"/>
                  <a:pt x="25087" y="208"/>
                </a:cubicBezTo>
                <a:cubicBezTo>
                  <a:pt x="23049" y="477"/>
                  <a:pt x="21019" y="979"/>
                  <a:pt x="19130" y="1771"/>
                </a:cubicBezTo>
                <a:cubicBezTo>
                  <a:pt x="14857" y="3603"/>
                  <a:pt x="12530" y="8343"/>
                  <a:pt x="9049" y="11237"/>
                </a:cubicBezTo>
                <a:cubicBezTo>
                  <a:pt x="6750" y="13118"/>
                  <a:pt x="3920" y="13918"/>
                  <a:pt x="2357" y="16514"/>
                </a:cubicBezTo>
                <a:cubicBezTo>
                  <a:pt x="616" y="19344"/>
                  <a:pt x="1" y="22527"/>
                  <a:pt x="1182" y="25739"/>
                </a:cubicBezTo>
                <a:cubicBezTo>
                  <a:pt x="1239" y="25824"/>
                  <a:pt x="1267" y="25944"/>
                  <a:pt x="1296" y="26065"/>
                </a:cubicBezTo>
                <a:cubicBezTo>
                  <a:pt x="2654" y="29276"/>
                  <a:pt x="5484" y="31752"/>
                  <a:pt x="8695" y="33167"/>
                </a:cubicBezTo>
                <a:cubicBezTo>
                  <a:pt x="11999" y="34639"/>
                  <a:pt x="15685" y="35049"/>
                  <a:pt x="19279" y="35084"/>
                </a:cubicBezTo>
                <a:cubicBezTo>
                  <a:pt x="22519" y="35084"/>
                  <a:pt x="25822" y="34759"/>
                  <a:pt x="28624" y="33167"/>
                </a:cubicBezTo>
                <a:cubicBezTo>
                  <a:pt x="31807" y="31335"/>
                  <a:pt x="32097" y="28951"/>
                  <a:pt x="33307" y="25916"/>
                </a:cubicBezTo>
                <a:cubicBezTo>
                  <a:pt x="34340" y="23320"/>
                  <a:pt x="36936" y="21403"/>
                  <a:pt x="38641" y="19280"/>
                </a:cubicBezTo>
                <a:cubicBezTo>
                  <a:pt x="41032" y="16337"/>
                  <a:pt x="42567" y="12411"/>
                  <a:pt x="41683" y="8697"/>
                </a:cubicBezTo>
                <a:cubicBezTo>
                  <a:pt x="40884" y="5400"/>
                  <a:pt x="38231" y="2719"/>
                  <a:pt x="35104" y="1333"/>
                </a:cubicBezTo>
                <a:cubicBezTo>
                  <a:pt x="32933" y="387"/>
                  <a:pt x="30559" y="1"/>
                  <a:pt x="281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196040" y="4345703"/>
            <a:ext cx="360758" cy="258297"/>
            <a:chOff x="4992850" y="4345375"/>
            <a:chExt cx="607336" cy="638400"/>
          </a:xfrm>
        </p:grpSpPr>
        <p:sp>
          <p:nvSpPr>
            <p:cNvPr id="62" name="Google Shape;62;p6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6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8488179" y="523494"/>
            <a:ext cx="1017284" cy="955173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8687425" y="8348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196050" y="25030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38439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5805300" y="44748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239100" y="118365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 txBox="1">
            <a:spLocks noGrp="1"/>
          </p:cNvSpPr>
          <p:nvPr>
            <p:ph type="title"/>
          </p:nvPr>
        </p:nvSpPr>
        <p:spPr>
          <a:xfrm>
            <a:off x="713225" y="1111925"/>
            <a:ext cx="4572900" cy="17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7" name="Google Shape;77;p8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>
            <a:spLocks noGrp="1"/>
          </p:cNvSpPr>
          <p:nvPr>
            <p:ph type="title"/>
          </p:nvPr>
        </p:nvSpPr>
        <p:spPr>
          <a:xfrm>
            <a:off x="4799175" y="1363000"/>
            <a:ext cx="3631800" cy="11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ubTitle" idx="1"/>
          </p:nvPr>
        </p:nvSpPr>
        <p:spPr>
          <a:xfrm>
            <a:off x="4799175" y="2491420"/>
            <a:ext cx="36318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8617000" y="204452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998247" y="383746"/>
            <a:ext cx="122220" cy="188409"/>
          </a:xfrm>
          <a:custGeom>
            <a:avLst/>
            <a:gdLst/>
            <a:ahLst/>
            <a:cxnLst/>
            <a:rect l="l" t="t" r="r" b="b"/>
            <a:pathLst>
              <a:path w="1444" h="2226" extrusionOk="0">
                <a:moveTo>
                  <a:pt x="1234" y="0"/>
                </a:moveTo>
                <a:cubicBezTo>
                  <a:pt x="1175" y="0"/>
                  <a:pt x="1109" y="21"/>
                  <a:pt x="1062" y="68"/>
                </a:cubicBezTo>
                <a:lnTo>
                  <a:pt x="1" y="1165"/>
                </a:lnTo>
                <a:lnTo>
                  <a:pt x="1062" y="2162"/>
                </a:lnTo>
                <a:cubicBezTo>
                  <a:pt x="1118" y="2190"/>
                  <a:pt x="1175" y="2226"/>
                  <a:pt x="1203" y="2226"/>
                </a:cubicBezTo>
                <a:cubicBezTo>
                  <a:pt x="1267" y="2226"/>
                  <a:pt x="1324" y="2190"/>
                  <a:pt x="1380" y="2162"/>
                </a:cubicBezTo>
                <a:cubicBezTo>
                  <a:pt x="1444" y="2077"/>
                  <a:pt x="1444" y="1929"/>
                  <a:pt x="1352" y="1837"/>
                </a:cubicBezTo>
                <a:lnTo>
                  <a:pt x="616" y="1165"/>
                </a:lnTo>
                <a:lnTo>
                  <a:pt x="1380" y="365"/>
                </a:lnTo>
                <a:cubicBezTo>
                  <a:pt x="1444" y="280"/>
                  <a:pt x="1444" y="132"/>
                  <a:pt x="1352" y="40"/>
                </a:cubicBezTo>
                <a:cubicBezTo>
                  <a:pt x="1327" y="14"/>
                  <a:pt x="1282" y="0"/>
                  <a:pt x="1234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1107852" y="383746"/>
            <a:ext cx="124590" cy="188409"/>
          </a:xfrm>
          <a:custGeom>
            <a:avLst/>
            <a:gdLst/>
            <a:ahLst/>
            <a:cxnLst/>
            <a:rect l="l" t="t" r="r" b="b"/>
            <a:pathLst>
              <a:path w="1472" h="2226" extrusionOk="0">
                <a:moveTo>
                  <a:pt x="1240" y="0"/>
                </a:moveTo>
                <a:cubicBezTo>
                  <a:pt x="1174" y="0"/>
                  <a:pt x="1108" y="21"/>
                  <a:pt x="1062" y="68"/>
                </a:cubicBezTo>
                <a:lnTo>
                  <a:pt x="0" y="1165"/>
                </a:lnTo>
                <a:lnTo>
                  <a:pt x="1090" y="2162"/>
                </a:lnTo>
                <a:cubicBezTo>
                  <a:pt x="1118" y="2190"/>
                  <a:pt x="1182" y="2226"/>
                  <a:pt x="1210" y="2226"/>
                </a:cubicBezTo>
                <a:cubicBezTo>
                  <a:pt x="1267" y="2226"/>
                  <a:pt x="1323" y="2190"/>
                  <a:pt x="1387" y="2162"/>
                </a:cubicBezTo>
                <a:cubicBezTo>
                  <a:pt x="1472" y="2077"/>
                  <a:pt x="1444" y="1929"/>
                  <a:pt x="1359" y="1837"/>
                </a:cubicBezTo>
                <a:lnTo>
                  <a:pt x="616" y="1165"/>
                </a:lnTo>
                <a:lnTo>
                  <a:pt x="1387" y="365"/>
                </a:lnTo>
                <a:cubicBezTo>
                  <a:pt x="1472" y="280"/>
                  <a:pt x="1444" y="132"/>
                  <a:pt x="1387" y="40"/>
                </a:cubicBezTo>
                <a:cubicBezTo>
                  <a:pt x="1346" y="14"/>
                  <a:pt x="1293" y="0"/>
                  <a:pt x="1240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713225" y="966275"/>
            <a:ext cx="4976700" cy="13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713225" y="2284468"/>
            <a:ext cx="4976700" cy="3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1" name="Google Shape;91;p11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1"/>
          <p:cNvSpPr/>
          <p:nvPr/>
        </p:nvSpPr>
        <p:spPr>
          <a:xfrm>
            <a:off x="8512650" y="10056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/>
          <p:nvPr/>
        </p:nvSpPr>
        <p:spPr>
          <a:xfrm rot="-5400000">
            <a:off x="7973900" y="246170"/>
            <a:ext cx="2496096" cy="1582356"/>
          </a:xfrm>
          <a:custGeom>
            <a:avLst/>
            <a:gdLst/>
            <a:ahLst/>
            <a:cxnLst/>
            <a:rect l="l" t="t" r="r" b="b"/>
            <a:pathLst>
              <a:path w="47371" h="30030" extrusionOk="0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8567075" y="80215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8781950" y="140042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" name="Google Shape;98;p13"/>
          <p:cNvGrpSpPr/>
          <p:nvPr/>
        </p:nvGrpSpPr>
        <p:grpSpPr>
          <a:xfrm>
            <a:off x="8670104" y="4402872"/>
            <a:ext cx="234788" cy="188409"/>
            <a:chOff x="4424582" y="1819850"/>
            <a:chExt cx="98427" cy="78984"/>
          </a:xfrm>
        </p:grpSpPr>
        <p:sp>
          <p:nvSpPr>
            <p:cNvPr id="99" name="Google Shape;99;p13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p1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3"/>
          <p:cNvSpPr/>
          <p:nvPr/>
        </p:nvSpPr>
        <p:spPr>
          <a:xfrm rot="-6789333">
            <a:off x="-1733103" y="1956216"/>
            <a:ext cx="2259312" cy="2189763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" name="Google Shape;103;p13"/>
          <p:cNvGrpSpPr/>
          <p:nvPr/>
        </p:nvGrpSpPr>
        <p:grpSpPr>
          <a:xfrm rot="10800000">
            <a:off x="190746" y="3262197"/>
            <a:ext cx="234788" cy="188409"/>
            <a:chOff x="4424582" y="1819850"/>
            <a:chExt cx="98427" cy="78984"/>
          </a:xfrm>
        </p:grpSpPr>
        <p:sp>
          <p:nvSpPr>
            <p:cNvPr id="104" name="Google Shape;104;p13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"/>
          </p:nvPr>
        </p:nvSpPr>
        <p:spPr>
          <a:xfrm>
            <a:off x="1121725" y="230114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2"/>
          </p:nvPr>
        </p:nvSpPr>
        <p:spPr>
          <a:xfrm>
            <a:off x="3820996" y="230114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3"/>
          </p:nvPr>
        </p:nvSpPr>
        <p:spPr>
          <a:xfrm>
            <a:off x="1121725" y="403432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4"/>
          </p:nvPr>
        </p:nvSpPr>
        <p:spPr>
          <a:xfrm>
            <a:off x="3820996" y="403432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5" hasCustomPrompt="1"/>
          </p:nvPr>
        </p:nvSpPr>
        <p:spPr>
          <a:xfrm>
            <a:off x="1121725" y="1238726"/>
            <a:ext cx="734700" cy="5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6" hasCustomPrompt="1"/>
          </p:nvPr>
        </p:nvSpPr>
        <p:spPr>
          <a:xfrm>
            <a:off x="1121725" y="2971389"/>
            <a:ext cx="734700" cy="5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7" hasCustomPrompt="1"/>
          </p:nvPr>
        </p:nvSpPr>
        <p:spPr>
          <a:xfrm>
            <a:off x="3820996" y="1238726"/>
            <a:ext cx="734700" cy="5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8" hasCustomPrompt="1"/>
          </p:nvPr>
        </p:nvSpPr>
        <p:spPr>
          <a:xfrm>
            <a:off x="3820996" y="2971389"/>
            <a:ext cx="734700" cy="5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9"/>
          </p:nvPr>
        </p:nvSpPr>
        <p:spPr>
          <a:xfrm>
            <a:off x="1121725" y="18871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3"/>
          </p:nvPr>
        </p:nvSpPr>
        <p:spPr>
          <a:xfrm>
            <a:off x="3820996" y="18871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4"/>
          </p:nvPr>
        </p:nvSpPr>
        <p:spPr>
          <a:xfrm>
            <a:off x="1121725" y="361985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15"/>
          </p:nvPr>
        </p:nvSpPr>
        <p:spPr>
          <a:xfrm>
            <a:off x="3820996" y="361985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>
            <a:spLocks noGrp="1"/>
          </p:cNvSpPr>
          <p:nvPr>
            <p:ph type="title"/>
          </p:nvPr>
        </p:nvSpPr>
        <p:spPr>
          <a:xfrm>
            <a:off x="713244" y="3705670"/>
            <a:ext cx="4059000" cy="5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1" name="Google Shape;121;p14"/>
          <p:cNvSpPr txBox="1">
            <a:spLocks noGrp="1"/>
          </p:cNvSpPr>
          <p:nvPr>
            <p:ph type="subTitle" idx="1"/>
          </p:nvPr>
        </p:nvSpPr>
        <p:spPr>
          <a:xfrm>
            <a:off x="713225" y="893100"/>
            <a:ext cx="4059000" cy="28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2" name="Google Shape;122;p14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304800" y="41447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" name="Google Shape;124;p14"/>
          <p:cNvGrpSpPr/>
          <p:nvPr/>
        </p:nvGrpSpPr>
        <p:grpSpPr>
          <a:xfrm>
            <a:off x="295247" y="666221"/>
            <a:ext cx="234196" cy="188409"/>
            <a:chOff x="5151797" y="479071"/>
            <a:chExt cx="234196" cy="188409"/>
          </a:xfrm>
        </p:grpSpPr>
        <p:sp>
          <p:nvSpPr>
            <p:cNvPr id="125" name="Google Shape;125;p14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0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title"/>
          </p:nvPr>
        </p:nvSpPr>
        <p:spPr>
          <a:xfrm>
            <a:off x="4641350" y="2377375"/>
            <a:ext cx="3790800" cy="87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title" idx="2" hasCustomPrompt="1"/>
          </p:nvPr>
        </p:nvSpPr>
        <p:spPr>
          <a:xfrm>
            <a:off x="6780125" y="1422091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p15"/>
          <p:cNvSpPr txBox="1">
            <a:spLocks noGrp="1"/>
          </p:cNvSpPr>
          <p:nvPr>
            <p:ph type="subTitle" idx="1"/>
          </p:nvPr>
        </p:nvSpPr>
        <p:spPr>
          <a:xfrm>
            <a:off x="4641350" y="3314902"/>
            <a:ext cx="37908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5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8587325" y="395705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6"/>
          <p:cNvSpPr/>
          <p:nvPr/>
        </p:nvSpPr>
        <p:spPr>
          <a:xfrm rot="6171912">
            <a:off x="-1505705" y="2211863"/>
            <a:ext cx="2259353" cy="2189802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6"/>
          <p:cNvSpPr/>
          <p:nvPr/>
        </p:nvSpPr>
        <p:spPr>
          <a:xfrm rot="-714313">
            <a:off x="8428959" y="157401"/>
            <a:ext cx="2230273" cy="1980546"/>
          </a:xfrm>
          <a:custGeom>
            <a:avLst/>
            <a:gdLst/>
            <a:ahLst/>
            <a:cxnLst/>
            <a:rect l="l" t="t" r="r" b="b"/>
            <a:pathLst>
              <a:path w="34750" h="30859" extrusionOk="0">
                <a:moveTo>
                  <a:pt x="19927" y="1"/>
                </a:moveTo>
                <a:cubicBezTo>
                  <a:pt x="17317" y="1"/>
                  <a:pt x="14720" y="895"/>
                  <a:pt x="13116" y="2899"/>
                </a:cubicBezTo>
                <a:cubicBezTo>
                  <a:pt x="11970" y="4342"/>
                  <a:pt x="11440" y="6203"/>
                  <a:pt x="10492" y="7795"/>
                </a:cubicBezTo>
                <a:cubicBezTo>
                  <a:pt x="9346" y="9768"/>
                  <a:pt x="7606" y="11332"/>
                  <a:pt x="5837" y="12832"/>
                </a:cubicBezTo>
                <a:cubicBezTo>
                  <a:pt x="4542" y="13949"/>
                  <a:pt x="3184" y="15074"/>
                  <a:pt x="2208" y="16517"/>
                </a:cubicBezTo>
                <a:cubicBezTo>
                  <a:pt x="262" y="19290"/>
                  <a:pt x="1" y="23118"/>
                  <a:pt x="1472" y="26153"/>
                </a:cubicBezTo>
                <a:cubicBezTo>
                  <a:pt x="2859" y="28926"/>
                  <a:pt x="5250" y="30135"/>
                  <a:pt x="8221" y="30312"/>
                </a:cubicBezTo>
                <a:cubicBezTo>
                  <a:pt x="12027" y="30574"/>
                  <a:pt x="15826" y="30786"/>
                  <a:pt x="19632" y="30843"/>
                </a:cubicBezTo>
                <a:cubicBezTo>
                  <a:pt x="20489" y="30852"/>
                  <a:pt x="21343" y="30858"/>
                  <a:pt x="22195" y="30858"/>
                </a:cubicBezTo>
                <a:cubicBezTo>
                  <a:pt x="23952" y="30858"/>
                  <a:pt x="25703" y="30832"/>
                  <a:pt x="27470" y="30751"/>
                </a:cubicBezTo>
                <a:cubicBezTo>
                  <a:pt x="29126" y="30666"/>
                  <a:pt x="30894" y="30517"/>
                  <a:pt x="32246" y="29577"/>
                </a:cubicBezTo>
                <a:cubicBezTo>
                  <a:pt x="34042" y="28339"/>
                  <a:pt x="34750" y="25976"/>
                  <a:pt x="34488" y="23825"/>
                </a:cubicBezTo>
                <a:cubicBezTo>
                  <a:pt x="34219" y="21703"/>
                  <a:pt x="33102" y="19757"/>
                  <a:pt x="31863" y="17989"/>
                </a:cubicBezTo>
                <a:cubicBezTo>
                  <a:pt x="31099" y="16899"/>
                  <a:pt x="30243" y="15866"/>
                  <a:pt x="29656" y="14657"/>
                </a:cubicBezTo>
                <a:cubicBezTo>
                  <a:pt x="28680" y="12683"/>
                  <a:pt x="28447" y="10476"/>
                  <a:pt x="28029" y="8325"/>
                </a:cubicBezTo>
                <a:cubicBezTo>
                  <a:pt x="27591" y="6111"/>
                  <a:pt x="27675" y="3727"/>
                  <a:pt x="25971" y="1986"/>
                </a:cubicBezTo>
                <a:cubicBezTo>
                  <a:pt x="25058" y="1039"/>
                  <a:pt x="23728" y="543"/>
                  <a:pt x="22433" y="274"/>
                </a:cubicBezTo>
                <a:cubicBezTo>
                  <a:pt x="21619" y="95"/>
                  <a:pt x="20772" y="1"/>
                  <a:pt x="199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" name="Google Shape;137;p16"/>
          <p:cNvGrpSpPr/>
          <p:nvPr/>
        </p:nvGrpSpPr>
        <p:grpSpPr>
          <a:xfrm>
            <a:off x="8704040" y="1638900"/>
            <a:ext cx="360758" cy="258297"/>
            <a:chOff x="4992850" y="4345375"/>
            <a:chExt cx="607336" cy="638400"/>
          </a:xfrm>
        </p:grpSpPr>
        <p:sp>
          <p:nvSpPr>
            <p:cNvPr id="138" name="Google Shape;138;p16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" name="Google Shape;140;p16"/>
          <p:cNvSpPr/>
          <p:nvPr/>
        </p:nvSpPr>
        <p:spPr>
          <a:xfrm>
            <a:off x="203650" y="14228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1" name="Google Shape;141;p16"/>
          <p:cNvGrpSpPr/>
          <p:nvPr/>
        </p:nvGrpSpPr>
        <p:grpSpPr>
          <a:xfrm>
            <a:off x="315272" y="2270471"/>
            <a:ext cx="234196" cy="188409"/>
            <a:chOff x="5151797" y="479071"/>
            <a:chExt cx="234196" cy="188409"/>
          </a:xfrm>
        </p:grpSpPr>
        <p:sp>
          <p:nvSpPr>
            <p:cNvPr id="142" name="Google Shape;142;p16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" name="Google Shape;144;p16"/>
          <p:cNvSpPr/>
          <p:nvPr/>
        </p:nvSpPr>
        <p:spPr>
          <a:xfrm>
            <a:off x="166600" y="39303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7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7"/>
          <p:cNvSpPr/>
          <p:nvPr/>
        </p:nvSpPr>
        <p:spPr>
          <a:xfrm rot="-1442292" flipH="1">
            <a:off x="-1773956" y="1176021"/>
            <a:ext cx="2259372" cy="2189821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7"/>
          <p:cNvSpPr/>
          <p:nvPr/>
        </p:nvSpPr>
        <p:spPr>
          <a:xfrm rot="-360521">
            <a:off x="8538329" y="2293726"/>
            <a:ext cx="1649783" cy="2063573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" name="Google Shape;151;p17"/>
          <p:cNvGrpSpPr/>
          <p:nvPr/>
        </p:nvGrpSpPr>
        <p:grpSpPr>
          <a:xfrm>
            <a:off x="8499415" y="4380125"/>
            <a:ext cx="360758" cy="258297"/>
            <a:chOff x="4992850" y="4345375"/>
            <a:chExt cx="607336" cy="638400"/>
          </a:xfrm>
        </p:grpSpPr>
        <p:sp>
          <p:nvSpPr>
            <p:cNvPr id="152" name="Google Shape;152;p17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" name="Google Shape;154;p17"/>
          <p:cNvSpPr/>
          <p:nvPr/>
        </p:nvSpPr>
        <p:spPr>
          <a:xfrm>
            <a:off x="185425" y="232032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" name="Google Shape;155;p17"/>
          <p:cNvGrpSpPr/>
          <p:nvPr/>
        </p:nvGrpSpPr>
        <p:grpSpPr>
          <a:xfrm>
            <a:off x="175872" y="1344171"/>
            <a:ext cx="234196" cy="188409"/>
            <a:chOff x="5151797" y="479071"/>
            <a:chExt cx="234196" cy="188409"/>
          </a:xfrm>
        </p:grpSpPr>
        <p:sp>
          <p:nvSpPr>
            <p:cNvPr id="156" name="Google Shape;156;p17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" name="Google Shape;158;p17"/>
          <p:cNvGrpSpPr/>
          <p:nvPr/>
        </p:nvGrpSpPr>
        <p:grpSpPr>
          <a:xfrm>
            <a:off x="8060129" y="256622"/>
            <a:ext cx="234788" cy="188409"/>
            <a:chOff x="6428979" y="917397"/>
            <a:chExt cx="234788" cy="188409"/>
          </a:xfrm>
        </p:grpSpPr>
        <p:sp>
          <p:nvSpPr>
            <p:cNvPr id="159" name="Google Shape;159;p17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" name="Google Shape;161;p17"/>
          <p:cNvSpPr/>
          <p:nvPr/>
        </p:nvSpPr>
        <p:spPr>
          <a:xfrm>
            <a:off x="8763375" y="27425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/>
          <p:nvPr/>
        </p:nvSpPr>
        <p:spPr>
          <a:xfrm rot="-3555120">
            <a:off x="8386891" y="372220"/>
            <a:ext cx="1858693" cy="1745210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8"/>
          <p:cNvGrpSpPr/>
          <p:nvPr/>
        </p:nvGrpSpPr>
        <p:grpSpPr>
          <a:xfrm>
            <a:off x="168465" y="2165325"/>
            <a:ext cx="360758" cy="258297"/>
            <a:chOff x="4992850" y="4345375"/>
            <a:chExt cx="607336" cy="638400"/>
          </a:xfrm>
        </p:grpSpPr>
        <p:sp>
          <p:nvSpPr>
            <p:cNvPr id="165" name="Google Shape;165;p18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8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18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18"/>
          <p:cNvGrpSpPr/>
          <p:nvPr/>
        </p:nvGrpSpPr>
        <p:grpSpPr>
          <a:xfrm>
            <a:off x="8774879" y="1616797"/>
            <a:ext cx="234788" cy="188409"/>
            <a:chOff x="6428979" y="917397"/>
            <a:chExt cx="234788" cy="188409"/>
          </a:xfrm>
        </p:grpSpPr>
        <p:sp>
          <p:nvSpPr>
            <p:cNvPr id="169" name="Google Shape;169;p18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18"/>
          <p:cNvSpPr/>
          <p:nvPr/>
        </p:nvSpPr>
        <p:spPr>
          <a:xfrm>
            <a:off x="-1459469" y="3672639"/>
            <a:ext cx="2394769" cy="1973794"/>
          </a:xfrm>
          <a:custGeom>
            <a:avLst/>
            <a:gdLst/>
            <a:ahLst/>
            <a:cxnLst/>
            <a:rect l="l" t="t" r="r" b="b"/>
            <a:pathLst>
              <a:path w="42568" h="35085" extrusionOk="0">
                <a:moveTo>
                  <a:pt x="28184" y="1"/>
                </a:moveTo>
                <a:cubicBezTo>
                  <a:pt x="27147" y="1"/>
                  <a:pt x="26108" y="74"/>
                  <a:pt x="25087" y="208"/>
                </a:cubicBezTo>
                <a:cubicBezTo>
                  <a:pt x="23049" y="477"/>
                  <a:pt x="21019" y="979"/>
                  <a:pt x="19130" y="1771"/>
                </a:cubicBezTo>
                <a:cubicBezTo>
                  <a:pt x="14857" y="3603"/>
                  <a:pt x="12530" y="8343"/>
                  <a:pt x="9049" y="11237"/>
                </a:cubicBezTo>
                <a:cubicBezTo>
                  <a:pt x="6750" y="13118"/>
                  <a:pt x="3920" y="13918"/>
                  <a:pt x="2357" y="16514"/>
                </a:cubicBezTo>
                <a:cubicBezTo>
                  <a:pt x="616" y="19344"/>
                  <a:pt x="1" y="22527"/>
                  <a:pt x="1182" y="25739"/>
                </a:cubicBezTo>
                <a:cubicBezTo>
                  <a:pt x="1239" y="25824"/>
                  <a:pt x="1267" y="25944"/>
                  <a:pt x="1296" y="26065"/>
                </a:cubicBezTo>
                <a:cubicBezTo>
                  <a:pt x="2654" y="29276"/>
                  <a:pt x="5484" y="31752"/>
                  <a:pt x="8695" y="33167"/>
                </a:cubicBezTo>
                <a:cubicBezTo>
                  <a:pt x="11999" y="34639"/>
                  <a:pt x="15685" y="35049"/>
                  <a:pt x="19279" y="35084"/>
                </a:cubicBezTo>
                <a:cubicBezTo>
                  <a:pt x="22519" y="35084"/>
                  <a:pt x="25822" y="34759"/>
                  <a:pt x="28624" y="33167"/>
                </a:cubicBezTo>
                <a:cubicBezTo>
                  <a:pt x="31807" y="31335"/>
                  <a:pt x="32097" y="28951"/>
                  <a:pt x="33307" y="25916"/>
                </a:cubicBezTo>
                <a:cubicBezTo>
                  <a:pt x="34340" y="23320"/>
                  <a:pt x="36936" y="21403"/>
                  <a:pt x="38641" y="19280"/>
                </a:cubicBezTo>
                <a:cubicBezTo>
                  <a:pt x="41032" y="16337"/>
                  <a:pt x="42567" y="12411"/>
                  <a:pt x="41683" y="8697"/>
                </a:cubicBezTo>
                <a:cubicBezTo>
                  <a:pt x="40884" y="5400"/>
                  <a:pt x="38231" y="2719"/>
                  <a:pt x="35104" y="1333"/>
                </a:cubicBezTo>
                <a:cubicBezTo>
                  <a:pt x="32933" y="387"/>
                  <a:pt x="30559" y="1"/>
                  <a:pt x="281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title"/>
          </p:nvPr>
        </p:nvSpPr>
        <p:spPr>
          <a:xfrm>
            <a:off x="935300" y="1193100"/>
            <a:ext cx="3519600" cy="164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8"/>
          <p:cNvSpPr txBox="1">
            <a:spLocks noGrp="1"/>
          </p:cNvSpPr>
          <p:nvPr>
            <p:ph type="subTitle" idx="1"/>
          </p:nvPr>
        </p:nvSpPr>
        <p:spPr>
          <a:xfrm>
            <a:off x="935300" y="2794716"/>
            <a:ext cx="3519600" cy="8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8"/>
          <p:cNvSpPr>
            <a:spLocks noGrp="1"/>
          </p:cNvSpPr>
          <p:nvPr>
            <p:ph type="pic" idx="2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18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 rot="-5400000">
            <a:off x="7973900" y="246170"/>
            <a:ext cx="2496096" cy="1582356"/>
          </a:xfrm>
          <a:custGeom>
            <a:avLst/>
            <a:gdLst/>
            <a:ahLst/>
            <a:cxnLst/>
            <a:rect l="l" t="t" r="r" b="b"/>
            <a:pathLst>
              <a:path w="47371" h="30030" extrusionOk="0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title"/>
          </p:nvPr>
        </p:nvSpPr>
        <p:spPr>
          <a:xfrm>
            <a:off x="932688" y="1637550"/>
            <a:ext cx="35979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subTitle" idx="1"/>
          </p:nvPr>
        </p:nvSpPr>
        <p:spPr>
          <a:xfrm>
            <a:off x="932688" y="2669243"/>
            <a:ext cx="3597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9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8567075" y="80215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8781950" y="140042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3" name="Google Shape;183;p19"/>
          <p:cNvGrpSpPr/>
          <p:nvPr/>
        </p:nvGrpSpPr>
        <p:grpSpPr>
          <a:xfrm>
            <a:off x="8670104" y="4402872"/>
            <a:ext cx="234788" cy="188409"/>
            <a:chOff x="4424582" y="1819850"/>
            <a:chExt cx="98427" cy="78984"/>
          </a:xfrm>
        </p:grpSpPr>
        <p:sp>
          <p:nvSpPr>
            <p:cNvPr id="184" name="Google Shape;184;p19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" name="Google Shape;186;p19"/>
          <p:cNvSpPr/>
          <p:nvPr/>
        </p:nvSpPr>
        <p:spPr>
          <a:xfrm rot="-6789333">
            <a:off x="-1733103" y="2480416"/>
            <a:ext cx="2259312" cy="2189763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7" name="Google Shape;187;p19"/>
          <p:cNvGrpSpPr/>
          <p:nvPr/>
        </p:nvGrpSpPr>
        <p:grpSpPr>
          <a:xfrm rot="10800000">
            <a:off x="190746" y="3786397"/>
            <a:ext cx="234788" cy="188409"/>
            <a:chOff x="4424582" y="1819850"/>
            <a:chExt cx="98427" cy="78984"/>
          </a:xfrm>
        </p:grpSpPr>
        <p:sp>
          <p:nvSpPr>
            <p:cNvPr id="188" name="Google Shape;188;p19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/>
          <p:nvPr/>
        </p:nvSpPr>
        <p:spPr>
          <a:xfrm>
            <a:off x="7976781" y="2695589"/>
            <a:ext cx="2394769" cy="1973794"/>
          </a:xfrm>
          <a:custGeom>
            <a:avLst/>
            <a:gdLst/>
            <a:ahLst/>
            <a:cxnLst/>
            <a:rect l="l" t="t" r="r" b="b"/>
            <a:pathLst>
              <a:path w="42568" h="35085" extrusionOk="0">
                <a:moveTo>
                  <a:pt x="28184" y="1"/>
                </a:moveTo>
                <a:cubicBezTo>
                  <a:pt x="27147" y="1"/>
                  <a:pt x="26108" y="74"/>
                  <a:pt x="25087" y="208"/>
                </a:cubicBezTo>
                <a:cubicBezTo>
                  <a:pt x="23049" y="477"/>
                  <a:pt x="21019" y="979"/>
                  <a:pt x="19130" y="1771"/>
                </a:cubicBezTo>
                <a:cubicBezTo>
                  <a:pt x="14857" y="3603"/>
                  <a:pt x="12530" y="8343"/>
                  <a:pt x="9049" y="11237"/>
                </a:cubicBezTo>
                <a:cubicBezTo>
                  <a:pt x="6750" y="13118"/>
                  <a:pt x="3920" y="13918"/>
                  <a:pt x="2357" y="16514"/>
                </a:cubicBezTo>
                <a:cubicBezTo>
                  <a:pt x="616" y="19344"/>
                  <a:pt x="1" y="22527"/>
                  <a:pt x="1182" y="25739"/>
                </a:cubicBezTo>
                <a:cubicBezTo>
                  <a:pt x="1239" y="25824"/>
                  <a:pt x="1267" y="25944"/>
                  <a:pt x="1296" y="26065"/>
                </a:cubicBezTo>
                <a:cubicBezTo>
                  <a:pt x="2654" y="29276"/>
                  <a:pt x="5484" y="31752"/>
                  <a:pt x="8695" y="33167"/>
                </a:cubicBezTo>
                <a:cubicBezTo>
                  <a:pt x="11999" y="34639"/>
                  <a:pt x="15685" y="35049"/>
                  <a:pt x="19279" y="35084"/>
                </a:cubicBezTo>
                <a:cubicBezTo>
                  <a:pt x="22519" y="35084"/>
                  <a:pt x="25822" y="34759"/>
                  <a:pt x="28624" y="33167"/>
                </a:cubicBezTo>
                <a:cubicBezTo>
                  <a:pt x="31807" y="31335"/>
                  <a:pt x="32097" y="28951"/>
                  <a:pt x="33307" y="25916"/>
                </a:cubicBezTo>
                <a:cubicBezTo>
                  <a:pt x="34340" y="23320"/>
                  <a:pt x="36936" y="21403"/>
                  <a:pt x="38641" y="19280"/>
                </a:cubicBezTo>
                <a:cubicBezTo>
                  <a:pt x="41032" y="16337"/>
                  <a:pt x="42567" y="12411"/>
                  <a:pt x="41683" y="8697"/>
                </a:cubicBezTo>
                <a:cubicBezTo>
                  <a:pt x="40884" y="5400"/>
                  <a:pt x="38231" y="2719"/>
                  <a:pt x="35104" y="1333"/>
                </a:cubicBezTo>
                <a:cubicBezTo>
                  <a:pt x="32933" y="387"/>
                  <a:pt x="30559" y="1"/>
                  <a:pt x="281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112114" y="770884"/>
            <a:ext cx="815928" cy="1020576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20"/>
          <p:cNvGrpSpPr/>
          <p:nvPr/>
        </p:nvGrpSpPr>
        <p:grpSpPr>
          <a:xfrm>
            <a:off x="8585515" y="3621775"/>
            <a:ext cx="360758" cy="258297"/>
            <a:chOff x="4992850" y="4345375"/>
            <a:chExt cx="607336" cy="638400"/>
          </a:xfrm>
        </p:grpSpPr>
        <p:sp>
          <p:nvSpPr>
            <p:cNvPr id="194" name="Google Shape;194;p20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0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20"/>
          <p:cNvSpPr/>
          <p:nvPr/>
        </p:nvSpPr>
        <p:spPr>
          <a:xfrm>
            <a:off x="367550" y="11058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0"/>
          <p:cNvSpPr txBox="1">
            <a:spLocks noGrp="1"/>
          </p:cNvSpPr>
          <p:nvPr>
            <p:ph type="title"/>
          </p:nvPr>
        </p:nvSpPr>
        <p:spPr>
          <a:xfrm>
            <a:off x="4412838" y="1795575"/>
            <a:ext cx="35934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0"/>
          <p:cNvSpPr txBox="1">
            <a:spLocks noGrp="1"/>
          </p:cNvSpPr>
          <p:nvPr>
            <p:ph type="subTitle" idx="1"/>
          </p:nvPr>
        </p:nvSpPr>
        <p:spPr>
          <a:xfrm>
            <a:off x="4413013" y="2432218"/>
            <a:ext cx="35934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0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_1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/>
          <p:nvPr/>
        </p:nvSpPr>
        <p:spPr>
          <a:xfrm rot="4509842">
            <a:off x="-698209" y="3502619"/>
            <a:ext cx="2394790" cy="1973811"/>
          </a:xfrm>
          <a:custGeom>
            <a:avLst/>
            <a:gdLst/>
            <a:ahLst/>
            <a:cxnLst/>
            <a:rect l="l" t="t" r="r" b="b"/>
            <a:pathLst>
              <a:path w="42568" h="35085" extrusionOk="0">
                <a:moveTo>
                  <a:pt x="28184" y="1"/>
                </a:moveTo>
                <a:cubicBezTo>
                  <a:pt x="27147" y="1"/>
                  <a:pt x="26108" y="74"/>
                  <a:pt x="25087" y="208"/>
                </a:cubicBezTo>
                <a:cubicBezTo>
                  <a:pt x="23049" y="477"/>
                  <a:pt x="21019" y="979"/>
                  <a:pt x="19130" y="1771"/>
                </a:cubicBezTo>
                <a:cubicBezTo>
                  <a:pt x="14857" y="3603"/>
                  <a:pt x="12530" y="8343"/>
                  <a:pt x="9049" y="11237"/>
                </a:cubicBezTo>
                <a:cubicBezTo>
                  <a:pt x="6750" y="13118"/>
                  <a:pt x="3920" y="13918"/>
                  <a:pt x="2357" y="16514"/>
                </a:cubicBezTo>
                <a:cubicBezTo>
                  <a:pt x="616" y="19344"/>
                  <a:pt x="1" y="22527"/>
                  <a:pt x="1182" y="25739"/>
                </a:cubicBezTo>
                <a:cubicBezTo>
                  <a:pt x="1239" y="25824"/>
                  <a:pt x="1267" y="25944"/>
                  <a:pt x="1296" y="26065"/>
                </a:cubicBezTo>
                <a:cubicBezTo>
                  <a:pt x="2654" y="29276"/>
                  <a:pt x="5484" y="31752"/>
                  <a:pt x="8695" y="33167"/>
                </a:cubicBezTo>
                <a:cubicBezTo>
                  <a:pt x="11999" y="34639"/>
                  <a:pt x="15685" y="35049"/>
                  <a:pt x="19279" y="35084"/>
                </a:cubicBezTo>
                <a:cubicBezTo>
                  <a:pt x="22519" y="35084"/>
                  <a:pt x="25822" y="34759"/>
                  <a:pt x="28624" y="33167"/>
                </a:cubicBezTo>
                <a:cubicBezTo>
                  <a:pt x="31807" y="31335"/>
                  <a:pt x="32097" y="28951"/>
                  <a:pt x="33307" y="25916"/>
                </a:cubicBezTo>
                <a:cubicBezTo>
                  <a:pt x="34340" y="23320"/>
                  <a:pt x="36936" y="21403"/>
                  <a:pt x="38641" y="19280"/>
                </a:cubicBezTo>
                <a:cubicBezTo>
                  <a:pt x="41032" y="16337"/>
                  <a:pt x="42567" y="12411"/>
                  <a:pt x="41683" y="8697"/>
                </a:cubicBezTo>
                <a:cubicBezTo>
                  <a:pt x="40884" y="5400"/>
                  <a:pt x="38231" y="2719"/>
                  <a:pt x="35104" y="1333"/>
                </a:cubicBezTo>
                <a:cubicBezTo>
                  <a:pt x="32933" y="387"/>
                  <a:pt x="30559" y="1"/>
                  <a:pt x="281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1"/>
          <p:cNvSpPr txBox="1">
            <a:spLocks noGrp="1"/>
          </p:cNvSpPr>
          <p:nvPr>
            <p:ph type="title"/>
          </p:nvPr>
        </p:nvSpPr>
        <p:spPr>
          <a:xfrm>
            <a:off x="1637988" y="1830263"/>
            <a:ext cx="3597900" cy="67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1"/>
          <p:cNvSpPr txBox="1">
            <a:spLocks noGrp="1"/>
          </p:cNvSpPr>
          <p:nvPr>
            <p:ph type="subTitle" idx="1"/>
          </p:nvPr>
        </p:nvSpPr>
        <p:spPr>
          <a:xfrm>
            <a:off x="1637988" y="2468654"/>
            <a:ext cx="3597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1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1"/>
          <p:cNvSpPr/>
          <p:nvPr/>
        </p:nvSpPr>
        <p:spPr>
          <a:xfrm rot="-3555120">
            <a:off x="8386891" y="372220"/>
            <a:ext cx="1858693" cy="1745210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" name="Google Shape;206;p21"/>
          <p:cNvGrpSpPr/>
          <p:nvPr/>
        </p:nvGrpSpPr>
        <p:grpSpPr>
          <a:xfrm>
            <a:off x="239090" y="4005475"/>
            <a:ext cx="360758" cy="258297"/>
            <a:chOff x="4992850" y="4345375"/>
            <a:chExt cx="607336" cy="638400"/>
          </a:xfrm>
        </p:grpSpPr>
        <p:sp>
          <p:nvSpPr>
            <p:cNvPr id="207" name="Google Shape;207;p2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1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21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21"/>
          <p:cNvGrpSpPr/>
          <p:nvPr/>
        </p:nvGrpSpPr>
        <p:grpSpPr>
          <a:xfrm>
            <a:off x="8670104" y="1402472"/>
            <a:ext cx="234788" cy="188409"/>
            <a:chOff x="6428979" y="917397"/>
            <a:chExt cx="234788" cy="188409"/>
          </a:xfrm>
        </p:grpSpPr>
        <p:sp>
          <p:nvSpPr>
            <p:cNvPr id="211" name="Google Shape;211;p21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1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BODY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2"/>
          <p:cNvSpPr/>
          <p:nvPr/>
        </p:nvSpPr>
        <p:spPr>
          <a:xfrm rot="-8783500">
            <a:off x="-1711200" y="2823504"/>
            <a:ext cx="2192222" cy="2124738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"/>
          <p:cNvSpPr/>
          <p:nvPr/>
        </p:nvSpPr>
        <p:spPr>
          <a:xfrm rot="-269544">
            <a:off x="8547278" y="608197"/>
            <a:ext cx="1490595" cy="1864480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7" name="Google Shape;217;p22"/>
          <p:cNvGrpSpPr/>
          <p:nvPr/>
        </p:nvGrpSpPr>
        <p:grpSpPr>
          <a:xfrm>
            <a:off x="121190" y="3817225"/>
            <a:ext cx="360758" cy="258297"/>
            <a:chOff x="4992850" y="4345375"/>
            <a:chExt cx="607336" cy="638400"/>
          </a:xfrm>
        </p:grpSpPr>
        <p:sp>
          <p:nvSpPr>
            <p:cNvPr id="218" name="Google Shape;218;p22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2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" name="Google Shape;220;p22"/>
          <p:cNvSpPr/>
          <p:nvPr/>
        </p:nvSpPr>
        <p:spPr>
          <a:xfrm>
            <a:off x="8782200" y="101772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" name="Google Shape;221;p22"/>
          <p:cNvGrpSpPr/>
          <p:nvPr/>
        </p:nvGrpSpPr>
        <p:grpSpPr>
          <a:xfrm>
            <a:off x="88447" y="2171796"/>
            <a:ext cx="234196" cy="188409"/>
            <a:chOff x="5151797" y="479071"/>
            <a:chExt cx="234196" cy="188409"/>
          </a:xfrm>
        </p:grpSpPr>
        <p:sp>
          <p:nvSpPr>
            <p:cNvPr id="222" name="Google Shape;222;p22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2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" name="Google Shape;224;p22"/>
          <p:cNvGrpSpPr/>
          <p:nvPr/>
        </p:nvGrpSpPr>
        <p:grpSpPr>
          <a:xfrm>
            <a:off x="382104" y="2477547"/>
            <a:ext cx="234788" cy="188409"/>
            <a:chOff x="6428979" y="917397"/>
            <a:chExt cx="234788" cy="188409"/>
          </a:xfrm>
        </p:grpSpPr>
        <p:sp>
          <p:nvSpPr>
            <p:cNvPr id="225" name="Google Shape;225;p22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2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" name="Google Shape;227;p22"/>
          <p:cNvSpPr/>
          <p:nvPr/>
        </p:nvSpPr>
        <p:spPr>
          <a:xfrm>
            <a:off x="8187350" y="2943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2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3852000" cy="3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30" name="Google Shape;230;p22"/>
          <p:cNvSpPr txBox="1">
            <a:spLocks noGrp="1"/>
          </p:cNvSpPr>
          <p:nvPr>
            <p:ph type="body" idx="2"/>
          </p:nvPr>
        </p:nvSpPr>
        <p:spPr>
          <a:xfrm>
            <a:off x="4572000" y="1215750"/>
            <a:ext cx="3852000" cy="3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/>
          <p:nvPr/>
        </p:nvSpPr>
        <p:spPr>
          <a:xfrm>
            <a:off x="-1190814" y="-484857"/>
            <a:ext cx="1944724" cy="2432477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3"/>
          <p:cNvSpPr/>
          <p:nvPr/>
        </p:nvSpPr>
        <p:spPr>
          <a:xfrm rot="-3555149">
            <a:off x="8293717" y="3656862"/>
            <a:ext cx="2410819" cy="2263625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" name="Google Shape;234;p23"/>
          <p:cNvGrpSpPr/>
          <p:nvPr/>
        </p:nvGrpSpPr>
        <p:grpSpPr>
          <a:xfrm>
            <a:off x="8543915" y="4363775"/>
            <a:ext cx="360758" cy="258297"/>
            <a:chOff x="4992850" y="4345375"/>
            <a:chExt cx="607336" cy="638400"/>
          </a:xfrm>
        </p:grpSpPr>
        <p:sp>
          <p:nvSpPr>
            <p:cNvPr id="235" name="Google Shape;235;p23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3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" name="Google Shape;237;p23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23"/>
          <p:cNvGrpSpPr/>
          <p:nvPr/>
        </p:nvGrpSpPr>
        <p:grpSpPr>
          <a:xfrm>
            <a:off x="250497" y="2032371"/>
            <a:ext cx="234196" cy="188409"/>
            <a:chOff x="7827572" y="1634046"/>
            <a:chExt cx="234196" cy="188409"/>
          </a:xfrm>
        </p:grpSpPr>
        <p:sp>
          <p:nvSpPr>
            <p:cNvPr id="239" name="Google Shape;239;p23"/>
            <p:cNvSpPr/>
            <p:nvPr/>
          </p:nvSpPr>
          <p:spPr>
            <a:xfrm>
              <a:off x="7827572" y="1634046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3"/>
            <p:cNvSpPr/>
            <p:nvPr/>
          </p:nvSpPr>
          <p:spPr>
            <a:xfrm>
              <a:off x="7937177" y="1634046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" name="Google Shape;241;p23"/>
          <p:cNvGrpSpPr/>
          <p:nvPr/>
        </p:nvGrpSpPr>
        <p:grpSpPr>
          <a:xfrm>
            <a:off x="8606904" y="3353147"/>
            <a:ext cx="234788" cy="188409"/>
            <a:chOff x="9104754" y="2072372"/>
            <a:chExt cx="234788" cy="188409"/>
          </a:xfrm>
        </p:grpSpPr>
        <p:sp>
          <p:nvSpPr>
            <p:cNvPr id="242" name="Google Shape;242;p23"/>
            <p:cNvSpPr/>
            <p:nvPr/>
          </p:nvSpPr>
          <p:spPr>
            <a:xfrm>
              <a:off x="9214275" y="2072372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9104754" y="2072372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" name="Google Shape;244;p23"/>
          <p:cNvSpPr/>
          <p:nvPr/>
        </p:nvSpPr>
        <p:spPr>
          <a:xfrm>
            <a:off x="223000" y="7101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3"/>
          <p:cNvSpPr txBox="1">
            <a:spLocks noGrp="1"/>
          </p:cNvSpPr>
          <p:nvPr>
            <p:ph type="subTitle" idx="1"/>
          </p:nvPr>
        </p:nvSpPr>
        <p:spPr>
          <a:xfrm>
            <a:off x="4691954" y="3284752"/>
            <a:ext cx="36120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3"/>
          <p:cNvSpPr txBox="1">
            <a:spLocks noGrp="1"/>
          </p:cNvSpPr>
          <p:nvPr>
            <p:ph type="subTitle" idx="2"/>
          </p:nvPr>
        </p:nvSpPr>
        <p:spPr>
          <a:xfrm>
            <a:off x="839975" y="3284752"/>
            <a:ext cx="36120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3"/>
          <p:cNvSpPr txBox="1">
            <a:spLocks noGrp="1"/>
          </p:cNvSpPr>
          <p:nvPr>
            <p:ph type="subTitle" idx="3"/>
          </p:nvPr>
        </p:nvSpPr>
        <p:spPr>
          <a:xfrm>
            <a:off x="839975" y="2342450"/>
            <a:ext cx="3612000" cy="101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9" name="Google Shape;249;p23"/>
          <p:cNvSpPr txBox="1">
            <a:spLocks noGrp="1"/>
          </p:cNvSpPr>
          <p:nvPr>
            <p:ph type="subTitle" idx="4"/>
          </p:nvPr>
        </p:nvSpPr>
        <p:spPr>
          <a:xfrm>
            <a:off x="4691972" y="2342450"/>
            <a:ext cx="3612000" cy="101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TWO_COLUMNS_1_1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/>
          <p:nvPr/>
        </p:nvSpPr>
        <p:spPr>
          <a:xfrm>
            <a:off x="-690854" y="831214"/>
            <a:ext cx="1404077" cy="1318319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8063173" y="3965293"/>
            <a:ext cx="1518102" cy="1898839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224750" y="141877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5" name="Google Shape;255;p24"/>
          <p:cNvGrpSpPr/>
          <p:nvPr/>
        </p:nvGrpSpPr>
        <p:grpSpPr>
          <a:xfrm>
            <a:off x="7828972" y="294071"/>
            <a:ext cx="234196" cy="188409"/>
            <a:chOff x="3889166" y="1636096"/>
            <a:chExt cx="98179" cy="78984"/>
          </a:xfrm>
        </p:grpSpPr>
        <p:sp>
          <p:nvSpPr>
            <p:cNvPr id="256" name="Google Shape;256;p24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" name="Google Shape;258;p24"/>
          <p:cNvGrpSpPr/>
          <p:nvPr/>
        </p:nvGrpSpPr>
        <p:grpSpPr>
          <a:xfrm>
            <a:off x="8246852" y="4332212"/>
            <a:ext cx="367931" cy="258169"/>
            <a:chOff x="4992850" y="4345375"/>
            <a:chExt cx="619413" cy="638400"/>
          </a:xfrm>
        </p:grpSpPr>
        <p:sp>
          <p:nvSpPr>
            <p:cNvPr id="259" name="Google Shape;259;p24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4"/>
            <p:cNvSpPr/>
            <p:nvPr/>
          </p:nvSpPr>
          <p:spPr>
            <a:xfrm rot="10800000">
              <a:off x="5386363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" name="Google Shape;261;p24"/>
          <p:cNvGrpSpPr/>
          <p:nvPr/>
        </p:nvGrpSpPr>
        <p:grpSpPr>
          <a:xfrm>
            <a:off x="8746054" y="957297"/>
            <a:ext cx="234788" cy="188409"/>
            <a:chOff x="4424582" y="1819850"/>
            <a:chExt cx="98427" cy="78984"/>
          </a:xfrm>
        </p:grpSpPr>
        <p:sp>
          <p:nvSpPr>
            <p:cNvPr id="262" name="Google Shape;262;p24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4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4"/>
          <p:cNvSpPr txBox="1">
            <a:spLocks noGrp="1"/>
          </p:cNvSpPr>
          <p:nvPr>
            <p:ph type="subTitle" idx="1"/>
          </p:nvPr>
        </p:nvSpPr>
        <p:spPr>
          <a:xfrm>
            <a:off x="4832078" y="1789575"/>
            <a:ext cx="3254100" cy="19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4"/>
          <p:cNvSpPr txBox="1">
            <a:spLocks noGrp="1"/>
          </p:cNvSpPr>
          <p:nvPr>
            <p:ph type="subTitle" idx="2"/>
          </p:nvPr>
        </p:nvSpPr>
        <p:spPr>
          <a:xfrm>
            <a:off x="1057900" y="1789575"/>
            <a:ext cx="3254100" cy="19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24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/>
          <p:nvPr/>
        </p:nvSpPr>
        <p:spPr>
          <a:xfrm rot="5655372">
            <a:off x="-2129157" y="3022453"/>
            <a:ext cx="3864815" cy="3745843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5"/>
          <p:cNvSpPr/>
          <p:nvPr/>
        </p:nvSpPr>
        <p:spPr>
          <a:xfrm rot="-3917262">
            <a:off x="7631540" y="-1432759"/>
            <a:ext cx="3352710" cy="2977303"/>
          </a:xfrm>
          <a:custGeom>
            <a:avLst/>
            <a:gdLst/>
            <a:ahLst/>
            <a:cxnLst/>
            <a:rect l="l" t="t" r="r" b="b"/>
            <a:pathLst>
              <a:path w="34750" h="30859" extrusionOk="0">
                <a:moveTo>
                  <a:pt x="19927" y="1"/>
                </a:moveTo>
                <a:cubicBezTo>
                  <a:pt x="17317" y="1"/>
                  <a:pt x="14720" y="895"/>
                  <a:pt x="13116" y="2899"/>
                </a:cubicBezTo>
                <a:cubicBezTo>
                  <a:pt x="11970" y="4342"/>
                  <a:pt x="11440" y="6203"/>
                  <a:pt x="10492" y="7795"/>
                </a:cubicBezTo>
                <a:cubicBezTo>
                  <a:pt x="9346" y="9768"/>
                  <a:pt x="7606" y="11332"/>
                  <a:pt x="5837" y="12832"/>
                </a:cubicBezTo>
                <a:cubicBezTo>
                  <a:pt x="4542" y="13949"/>
                  <a:pt x="3184" y="15074"/>
                  <a:pt x="2208" y="16517"/>
                </a:cubicBezTo>
                <a:cubicBezTo>
                  <a:pt x="262" y="19290"/>
                  <a:pt x="1" y="23118"/>
                  <a:pt x="1472" y="26153"/>
                </a:cubicBezTo>
                <a:cubicBezTo>
                  <a:pt x="2859" y="28926"/>
                  <a:pt x="5250" y="30135"/>
                  <a:pt x="8221" y="30312"/>
                </a:cubicBezTo>
                <a:cubicBezTo>
                  <a:pt x="12027" y="30574"/>
                  <a:pt x="15826" y="30786"/>
                  <a:pt x="19632" y="30843"/>
                </a:cubicBezTo>
                <a:cubicBezTo>
                  <a:pt x="20489" y="30852"/>
                  <a:pt x="21343" y="30858"/>
                  <a:pt x="22195" y="30858"/>
                </a:cubicBezTo>
                <a:cubicBezTo>
                  <a:pt x="23952" y="30858"/>
                  <a:pt x="25703" y="30832"/>
                  <a:pt x="27470" y="30751"/>
                </a:cubicBezTo>
                <a:cubicBezTo>
                  <a:pt x="29126" y="30666"/>
                  <a:pt x="30894" y="30517"/>
                  <a:pt x="32246" y="29577"/>
                </a:cubicBezTo>
                <a:cubicBezTo>
                  <a:pt x="34042" y="28339"/>
                  <a:pt x="34750" y="25976"/>
                  <a:pt x="34488" y="23825"/>
                </a:cubicBezTo>
                <a:cubicBezTo>
                  <a:pt x="34219" y="21703"/>
                  <a:pt x="33102" y="19757"/>
                  <a:pt x="31863" y="17989"/>
                </a:cubicBezTo>
                <a:cubicBezTo>
                  <a:pt x="31099" y="16899"/>
                  <a:pt x="30243" y="15866"/>
                  <a:pt x="29656" y="14657"/>
                </a:cubicBezTo>
                <a:cubicBezTo>
                  <a:pt x="28680" y="12683"/>
                  <a:pt x="28447" y="10476"/>
                  <a:pt x="28029" y="8325"/>
                </a:cubicBezTo>
                <a:cubicBezTo>
                  <a:pt x="27591" y="6111"/>
                  <a:pt x="27675" y="3727"/>
                  <a:pt x="25971" y="1986"/>
                </a:cubicBezTo>
                <a:cubicBezTo>
                  <a:pt x="25058" y="1039"/>
                  <a:pt x="23728" y="543"/>
                  <a:pt x="22433" y="274"/>
                </a:cubicBezTo>
                <a:cubicBezTo>
                  <a:pt x="21619" y="95"/>
                  <a:pt x="20772" y="1"/>
                  <a:pt x="199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5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2" name="Google Shape;272;p25"/>
          <p:cNvGrpSpPr/>
          <p:nvPr/>
        </p:nvGrpSpPr>
        <p:grpSpPr>
          <a:xfrm>
            <a:off x="124215" y="3908450"/>
            <a:ext cx="360758" cy="258297"/>
            <a:chOff x="4992850" y="4345375"/>
            <a:chExt cx="607336" cy="638400"/>
          </a:xfrm>
        </p:grpSpPr>
        <p:sp>
          <p:nvSpPr>
            <p:cNvPr id="273" name="Google Shape;273;p25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5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" name="Google Shape;275;p25"/>
          <p:cNvSpPr/>
          <p:nvPr/>
        </p:nvSpPr>
        <p:spPr>
          <a:xfrm>
            <a:off x="424525" y="297107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6" name="Google Shape;276;p25"/>
          <p:cNvGrpSpPr/>
          <p:nvPr/>
        </p:nvGrpSpPr>
        <p:grpSpPr>
          <a:xfrm>
            <a:off x="8546697" y="4473421"/>
            <a:ext cx="234196" cy="188409"/>
            <a:chOff x="5151797" y="479071"/>
            <a:chExt cx="234196" cy="188409"/>
          </a:xfrm>
        </p:grpSpPr>
        <p:sp>
          <p:nvSpPr>
            <p:cNvPr id="277" name="Google Shape;277;p25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5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9" name="Google Shape;279;p25"/>
          <p:cNvGrpSpPr/>
          <p:nvPr/>
        </p:nvGrpSpPr>
        <p:grpSpPr>
          <a:xfrm>
            <a:off x="8573904" y="256622"/>
            <a:ext cx="234788" cy="188409"/>
            <a:chOff x="6428979" y="917397"/>
            <a:chExt cx="234788" cy="188409"/>
          </a:xfrm>
        </p:grpSpPr>
        <p:sp>
          <p:nvSpPr>
            <p:cNvPr id="280" name="Google Shape;280;p25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2" name="Google Shape;282;p25"/>
          <p:cNvSpPr/>
          <p:nvPr/>
        </p:nvSpPr>
        <p:spPr>
          <a:xfrm>
            <a:off x="8546700" y="17894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25"/>
          <p:cNvSpPr txBox="1">
            <a:spLocks noGrp="1"/>
          </p:cNvSpPr>
          <p:nvPr>
            <p:ph type="subTitle" idx="1"/>
          </p:nvPr>
        </p:nvSpPr>
        <p:spPr>
          <a:xfrm>
            <a:off x="937625" y="2511574"/>
            <a:ext cx="2175300" cy="8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5"/>
          <p:cNvSpPr txBox="1">
            <a:spLocks noGrp="1"/>
          </p:cNvSpPr>
          <p:nvPr>
            <p:ph type="subTitle" idx="2"/>
          </p:nvPr>
        </p:nvSpPr>
        <p:spPr>
          <a:xfrm>
            <a:off x="3484347" y="2511574"/>
            <a:ext cx="2175300" cy="8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5"/>
          <p:cNvSpPr txBox="1">
            <a:spLocks noGrp="1"/>
          </p:cNvSpPr>
          <p:nvPr>
            <p:ph type="subTitle" idx="3"/>
          </p:nvPr>
        </p:nvSpPr>
        <p:spPr>
          <a:xfrm>
            <a:off x="6031075" y="2511574"/>
            <a:ext cx="2175300" cy="8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5"/>
          <p:cNvSpPr txBox="1">
            <a:spLocks noGrp="1"/>
          </p:cNvSpPr>
          <p:nvPr>
            <p:ph type="subTitle" idx="4"/>
          </p:nvPr>
        </p:nvSpPr>
        <p:spPr>
          <a:xfrm>
            <a:off x="937625" y="2037322"/>
            <a:ext cx="2175300" cy="49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8" name="Google Shape;288;p25"/>
          <p:cNvSpPr txBox="1">
            <a:spLocks noGrp="1"/>
          </p:cNvSpPr>
          <p:nvPr>
            <p:ph type="subTitle" idx="5"/>
          </p:nvPr>
        </p:nvSpPr>
        <p:spPr>
          <a:xfrm>
            <a:off x="3484350" y="2037322"/>
            <a:ext cx="2175300" cy="49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9" name="Google Shape;289;p25"/>
          <p:cNvSpPr txBox="1">
            <a:spLocks noGrp="1"/>
          </p:cNvSpPr>
          <p:nvPr>
            <p:ph type="subTitle" idx="6"/>
          </p:nvPr>
        </p:nvSpPr>
        <p:spPr>
          <a:xfrm>
            <a:off x="6031075" y="2037322"/>
            <a:ext cx="2175300" cy="49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/>
          <p:nvPr/>
        </p:nvSpPr>
        <p:spPr>
          <a:xfrm>
            <a:off x="8479425" y="230120"/>
            <a:ext cx="2496096" cy="1582356"/>
          </a:xfrm>
          <a:custGeom>
            <a:avLst/>
            <a:gdLst/>
            <a:ahLst/>
            <a:cxnLst/>
            <a:rect l="l" t="t" r="r" b="b"/>
            <a:pathLst>
              <a:path w="47371" h="30030" extrusionOk="0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6"/>
          <p:cNvSpPr/>
          <p:nvPr/>
        </p:nvSpPr>
        <p:spPr>
          <a:xfrm rot="-3555177">
            <a:off x="-1456144" y="2911698"/>
            <a:ext cx="2122762" cy="1993144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3" name="Google Shape;293;p26"/>
          <p:cNvGrpSpPr/>
          <p:nvPr/>
        </p:nvGrpSpPr>
        <p:grpSpPr>
          <a:xfrm>
            <a:off x="167265" y="3779125"/>
            <a:ext cx="360758" cy="258297"/>
            <a:chOff x="4992850" y="4345375"/>
            <a:chExt cx="607336" cy="638400"/>
          </a:xfrm>
        </p:grpSpPr>
        <p:sp>
          <p:nvSpPr>
            <p:cNvPr id="294" name="Google Shape;294;p26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6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" name="Google Shape;296;p26"/>
          <p:cNvSpPr/>
          <p:nvPr/>
        </p:nvSpPr>
        <p:spPr>
          <a:xfrm>
            <a:off x="8479425" y="5395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" name="Google Shape;297;p26"/>
          <p:cNvGrpSpPr/>
          <p:nvPr/>
        </p:nvGrpSpPr>
        <p:grpSpPr>
          <a:xfrm>
            <a:off x="485797" y="4603996"/>
            <a:ext cx="234196" cy="188409"/>
            <a:chOff x="5151797" y="479071"/>
            <a:chExt cx="234196" cy="188409"/>
          </a:xfrm>
        </p:grpSpPr>
        <p:sp>
          <p:nvSpPr>
            <p:cNvPr id="298" name="Google Shape;298;p26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6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" name="Google Shape;300;p26"/>
          <p:cNvGrpSpPr/>
          <p:nvPr/>
        </p:nvGrpSpPr>
        <p:grpSpPr>
          <a:xfrm>
            <a:off x="8595429" y="3449772"/>
            <a:ext cx="234788" cy="188409"/>
            <a:chOff x="6428979" y="917397"/>
            <a:chExt cx="234788" cy="188409"/>
          </a:xfrm>
        </p:grpSpPr>
        <p:sp>
          <p:nvSpPr>
            <p:cNvPr id="301" name="Google Shape;301;p26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3" name="Google Shape;303;p26"/>
          <p:cNvSpPr/>
          <p:nvPr/>
        </p:nvSpPr>
        <p:spPr>
          <a:xfrm>
            <a:off x="8652025" y="123140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26"/>
          <p:cNvSpPr txBox="1">
            <a:spLocks noGrp="1"/>
          </p:cNvSpPr>
          <p:nvPr>
            <p:ph type="subTitle" idx="1"/>
          </p:nvPr>
        </p:nvSpPr>
        <p:spPr>
          <a:xfrm>
            <a:off x="1618875" y="1926977"/>
            <a:ext cx="23730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26"/>
          <p:cNvSpPr txBox="1">
            <a:spLocks noGrp="1"/>
          </p:cNvSpPr>
          <p:nvPr>
            <p:ph type="subTitle" idx="2"/>
          </p:nvPr>
        </p:nvSpPr>
        <p:spPr>
          <a:xfrm>
            <a:off x="5152013" y="1926977"/>
            <a:ext cx="23730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26"/>
          <p:cNvSpPr txBox="1">
            <a:spLocks noGrp="1"/>
          </p:cNvSpPr>
          <p:nvPr>
            <p:ph type="subTitle" idx="3"/>
          </p:nvPr>
        </p:nvSpPr>
        <p:spPr>
          <a:xfrm>
            <a:off x="1618875" y="3569852"/>
            <a:ext cx="23730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26"/>
          <p:cNvSpPr txBox="1">
            <a:spLocks noGrp="1"/>
          </p:cNvSpPr>
          <p:nvPr>
            <p:ph type="subTitle" idx="4"/>
          </p:nvPr>
        </p:nvSpPr>
        <p:spPr>
          <a:xfrm>
            <a:off x="5152013" y="3569852"/>
            <a:ext cx="23730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26"/>
          <p:cNvSpPr txBox="1">
            <a:spLocks noGrp="1"/>
          </p:cNvSpPr>
          <p:nvPr>
            <p:ph type="subTitle" idx="5"/>
          </p:nvPr>
        </p:nvSpPr>
        <p:spPr>
          <a:xfrm>
            <a:off x="1618875" y="1489700"/>
            <a:ext cx="2373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0" name="Google Shape;310;p26"/>
          <p:cNvSpPr txBox="1">
            <a:spLocks noGrp="1"/>
          </p:cNvSpPr>
          <p:nvPr>
            <p:ph type="subTitle" idx="6"/>
          </p:nvPr>
        </p:nvSpPr>
        <p:spPr>
          <a:xfrm>
            <a:off x="1618875" y="3132675"/>
            <a:ext cx="2373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1" name="Google Shape;311;p26"/>
          <p:cNvSpPr txBox="1">
            <a:spLocks noGrp="1"/>
          </p:cNvSpPr>
          <p:nvPr>
            <p:ph type="subTitle" idx="7"/>
          </p:nvPr>
        </p:nvSpPr>
        <p:spPr>
          <a:xfrm>
            <a:off x="5152008" y="1489700"/>
            <a:ext cx="2373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2" name="Google Shape;312;p26"/>
          <p:cNvSpPr txBox="1">
            <a:spLocks noGrp="1"/>
          </p:cNvSpPr>
          <p:nvPr>
            <p:ph type="subTitle" idx="8"/>
          </p:nvPr>
        </p:nvSpPr>
        <p:spPr>
          <a:xfrm>
            <a:off x="5152008" y="3132675"/>
            <a:ext cx="2373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3" name="Google Shape;313;p26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"/>
          <p:cNvSpPr/>
          <p:nvPr/>
        </p:nvSpPr>
        <p:spPr>
          <a:xfrm>
            <a:off x="8432226" y="-375650"/>
            <a:ext cx="1395293" cy="1745295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7"/>
          <p:cNvSpPr/>
          <p:nvPr/>
        </p:nvSpPr>
        <p:spPr>
          <a:xfrm rot="-3555079">
            <a:off x="-738071" y="2310738"/>
            <a:ext cx="1257907" cy="1181115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" name="Google Shape;317;p27"/>
          <p:cNvGrpSpPr/>
          <p:nvPr/>
        </p:nvGrpSpPr>
        <p:grpSpPr>
          <a:xfrm>
            <a:off x="8788054" y="1644572"/>
            <a:ext cx="234788" cy="188409"/>
            <a:chOff x="6428979" y="917397"/>
            <a:chExt cx="234788" cy="188409"/>
          </a:xfrm>
        </p:grpSpPr>
        <p:sp>
          <p:nvSpPr>
            <p:cNvPr id="318" name="Google Shape;318;p27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7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0" name="Google Shape;320;p27"/>
          <p:cNvSpPr/>
          <p:nvPr/>
        </p:nvSpPr>
        <p:spPr>
          <a:xfrm>
            <a:off x="8760850" y="8541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7"/>
          <p:cNvSpPr/>
          <p:nvPr/>
        </p:nvSpPr>
        <p:spPr>
          <a:xfrm>
            <a:off x="81150" y="2708188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7"/>
          <p:cNvSpPr txBox="1">
            <a:spLocks noGrp="1"/>
          </p:cNvSpPr>
          <p:nvPr>
            <p:ph type="subTitle" idx="1"/>
          </p:nvPr>
        </p:nvSpPr>
        <p:spPr>
          <a:xfrm>
            <a:off x="1618113" y="1561615"/>
            <a:ext cx="404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27"/>
          <p:cNvSpPr txBox="1">
            <a:spLocks noGrp="1"/>
          </p:cNvSpPr>
          <p:nvPr>
            <p:ph type="subTitle" idx="2"/>
          </p:nvPr>
        </p:nvSpPr>
        <p:spPr>
          <a:xfrm>
            <a:off x="1618120" y="2458540"/>
            <a:ext cx="404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27"/>
          <p:cNvSpPr txBox="1">
            <a:spLocks noGrp="1"/>
          </p:cNvSpPr>
          <p:nvPr>
            <p:ph type="subTitle" idx="3"/>
          </p:nvPr>
        </p:nvSpPr>
        <p:spPr>
          <a:xfrm>
            <a:off x="1618113" y="3355465"/>
            <a:ext cx="404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27"/>
          <p:cNvSpPr txBox="1">
            <a:spLocks noGrp="1"/>
          </p:cNvSpPr>
          <p:nvPr>
            <p:ph type="subTitle" idx="4"/>
          </p:nvPr>
        </p:nvSpPr>
        <p:spPr>
          <a:xfrm>
            <a:off x="1618120" y="4252390"/>
            <a:ext cx="4040700" cy="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27"/>
          <p:cNvSpPr txBox="1">
            <a:spLocks noGrp="1"/>
          </p:cNvSpPr>
          <p:nvPr>
            <p:ph type="subTitle" idx="5"/>
          </p:nvPr>
        </p:nvSpPr>
        <p:spPr>
          <a:xfrm>
            <a:off x="1618113" y="1317250"/>
            <a:ext cx="4040700" cy="39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8" name="Google Shape;328;p27"/>
          <p:cNvSpPr txBox="1">
            <a:spLocks noGrp="1"/>
          </p:cNvSpPr>
          <p:nvPr>
            <p:ph type="subTitle" idx="6"/>
          </p:nvPr>
        </p:nvSpPr>
        <p:spPr>
          <a:xfrm>
            <a:off x="1618113" y="3111217"/>
            <a:ext cx="4040700" cy="39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9" name="Google Shape;329;p27"/>
          <p:cNvSpPr txBox="1">
            <a:spLocks noGrp="1"/>
          </p:cNvSpPr>
          <p:nvPr>
            <p:ph type="subTitle" idx="7"/>
          </p:nvPr>
        </p:nvSpPr>
        <p:spPr>
          <a:xfrm>
            <a:off x="1618113" y="2214233"/>
            <a:ext cx="4040700" cy="39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0" name="Google Shape;330;p27"/>
          <p:cNvSpPr txBox="1">
            <a:spLocks noGrp="1"/>
          </p:cNvSpPr>
          <p:nvPr>
            <p:ph type="subTitle" idx="8"/>
          </p:nvPr>
        </p:nvSpPr>
        <p:spPr>
          <a:xfrm>
            <a:off x="1618113" y="4008200"/>
            <a:ext cx="4040700" cy="39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1" name="Google Shape;331;p27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8"/>
          <p:cNvSpPr txBox="1">
            <a:spLocks noGrp="1"/>
          </p:cNvSpPr>
          <p:nvPr>
            <p:ph type="subTitle" idx="1"/>
          </p:nvPr>
        </p:nvSpPr>
        <p:spPr>
          <a:xfrm>
            <a:off x="1109152" y="2080877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8"/>
          <p:cNvSpPr txBox="1">
            <a:spLocks noGrp="1"/>
          </p:cNvSpPr>
          <p:nvPr>
            <p:ph type="subTitle" idx="2"/>
          </p:nvPr>
        </p:nvSpPr>
        <p:spPr>
          <a:xfrm>
            <a:off x="3579000" y="2080877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28"/>
          <p:cNvSpPr txBox="1">
            <a:spLocks noGrp="1"/>
          </p:cNvSpPr>
          <p:nvPr>
            <p:ph type="subTitle" idx="3"/>
          </p:nvPr>
        </p:nvSpPr>
        <p:spPr>
          <a:xfrm>
            <a:off x="1109152" y="3511102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8"/>
          <p:cNvSpPr txBox="1">
            <a:spLocks noGrp="1"/>
          </p:cNvSpPr>
          <p:nvPr>
            <p:ph type="subTitle" idx="4"/>
          </p:nvPr>
        </p:nvSpPr>
        <p:spPr>
          <a:xfrm>
            <a:off x="3579000" y="3511102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28"/>
          <p:cNvSpPr txBox="1">
            <a:spLocks noGrp="1"/>
          </p:cNvSpPr>
          <p:nvPr>
            <p:ph type="subTitle" idx="5"/>
          </p:nvPr>
        </p:nvSpPr>
        <p:spPr>
          <a:xfrm>
            <a:off x="6048848" y="2080877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8"/>
          <p:cNvSpPr txBox="1">
            <a:spLocks noGrp="1"/>
          </p:cNvSpPr>
          <p:nvPr>
            <p:ph type="subTitle" idx="6"/>
          </p:nvPr>
        </p:nvSpPr>
        <p:spPr>
          <a:xfrm>
            <a:off x="6048848" y="3511102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28"/>
          <p:cNvSpPr txBox="1">
            <a:spLocks noGrp="1"/>
          </p:cNvSpPr>
          <p:nvPr>
            <p:ph type="subTitle" idx="7"/>
          </p:nvPr>
        </p:nvSpPr>
        <p:spPr>
          <a:xfrm>
            <a:off x="1113052" y="16565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1" name="Google Shape;341;p28"/>
          <p:cNvSpPr txBox="1">
            <a:spLocks noGrp="1"/>
          </p:cNvSpPr>
          <p:nvPr>
            <p:ph type="subTitle" idx="8"/>
          </p:nvPr>
        </p:nvSpPr>
        <p:spPr>
          <a:xfrm>
            <a:off x="3582900" y="16565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2" name="Google Shape;342;p28"/>
          <p:cNvSpPr txBox="1">
            <a:spLocks noGrp="1"/>
          </p:cNvSpPr>
          <p:nvPr>
            <p:ph type="subTitle" idx="9"/>
          </p:nvPr>
        </p:nvSpPr>
        <p:spPr>
          <a:xfrm>
            <a:off x="6052748" y="16565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3" name="Google Shape;343;p28"/>
          <p:cNvSpPr txBox="1">
            <a:spLocks noGrp="1"/>
          </p:cNvSpPr>
          <p:nvPr>
            <p:ph type="subTitle" idx="13"/>
          </p:nvPr>
        </p:nvSpPr>
        <p:spPr>
          <a:xfrm>
            <a:off x="1113052" y="30868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4" name="Google Shape;344;p28"/>
          <p:cNvSpPr txBox="1">
            <a:spLocks noGrp="1"/>
          </p:cNvSpPr>
          <p:nvPr>
            <p:ph type="subTitle" idx="14"/>
          </p:nvPr>
        </p:nvSpPr>
        <p:spPr>
          <a:xfrm>
            <a:off x="3582900" y="30868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5" name="Google Shape;345;p28"/>
          <p:cNvSpPr txBox="1">
            <a:spLocks noGrp="1"/>
          </p:cNvSpPr>
          <p:nvPr>
            <p:ph type="subTitle" idx="15"/>
          </p:nvPr>
        </p:nvSpPr>
        <p:spPr>
          <a:xfrm>
            <a:off x="6052748" y="30868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6" name="Google Shape;346;p28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8"/>
          <p:cNvSpPr/>
          <p:nvPr/>
        </p:nvSpPr>
        <p:spPr>
          <a:xfrm rot="775147" flipH="1">
            <a:off x="-1527367" y="-114758"/>
            <a:ext cx="2259394" cy="2189843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8"/>
          <p:cNvSpPr/>
          <p:nvPr/>
        </p:nvSpPr>
        <p:spPr>
          <a:xfrm rot="1970999">
            <a:off x="8582834" y="2457675"/>
            <a:ext cx="1631059" cy="2040203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28"/>
          <p:cNvGrpSpPr/>
          <p:nvPr/>
        </p:nvGrpSpPr>
        <p:grpSpPr>
          <a:xfrm>
            <a:off x="167240" y="3879375"/>
            <a:ext cx="360758" cy="258297"/>
            <a:chOff x="4992850" y="4345375"/>
            <a:chExt cx="607336" cy="638400"/>
          </a:xfrm>
        </p:grpSpPr>
        <p:sp>
          <p:nvSpPr>
            <p:cNvPr id="350" name="Google Shape;350;p28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8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2" name="Google Shape;352;p28"/>
          <p:cNvSpPr/>
          <p:nvPr/>
        </p:nvSpPr>
        <p:spPr>
          <a:xfrm>
            <a:off x="8760825" y="362107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3" name="Google Shape;353;p28"/>
          <p:cNvGrpSpPr/>
          <p:nvPr/>
        </p:nvGrpSpPr>
        <p:grpSpPr>
          <a:xfrm>
            <a:off x="665547" y="4674796"/>
            <a:ext cx="234196" cy="188409"/>
            <a:chOff x="5151797" y="479071"/>
            <a:chExt cx="234196" cy="188409"/>
          </a:xfrm>
        </p:grpSpPr>
        <p:sp>
          <p:nvSpPr>
            <p:cNvPr id="354" name="Google Shape;354;p28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8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28"/>
          <p:cNvGrpSpPr/>
          <p:nvPr/>
        </p:nvGrpSpPr>
        <p:grpSpPr>
          <a:xfrm>
            <a:off x="8652804" y="2111547"/>
            <a:ext cx="234788" cy="188409"/>
            <a:chOff x="6428979" y="917397"/>
            <a:chExt cx="234788" cy="188409"/>
          </a:xfrm>
        </p:grpSpPr>
        <p:sp>
          <p:nvSpPr>
            <p:cNvPr id="357" name="Google Shape;357;p28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8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9" name="Google Shape;359;p28"/>
          <p:cNvSpPr/>
          <p:nvPr/>
        </p:nvSpPr>
        <p:spPr>
          <a:xfrm>
            <a:off x="115400" y="101772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9"/>
          <p:cNvSpPr txBox="1">
            <a:spLocks noGrp="1"/>
          </p:cNvSpPr>
          <p:nvPr>
            <p:ph type="title" hasCustomPrompt="1"/>
          </p:nvPr>
        </p:nvSpPr>
        <p:spPr>
          <a:xfrm>
            <a:off x="713225" y="628300"/>
            <a:ext cx="3858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2" name="Google Shape;362;p29"/>
          <p:cNvSpPr txBox="1">
            <a:spLocks noGrp="1"/>
          </p:cNvSpPr>
          <p:nvPr>
            <p:ph type="subTitle" idx="1"/>
          </p:nvPr>
        </p:nvSpPr>
        <p:spPr>
          <a:xfrm>
            <a:off x="713225" y="1324884"/>
            <a:ext cx="38586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63" name="Google Shape;363;p29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2056763"/>
            <a:ext cx="3858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4" name="Google Shape;364;p29"/>
          <p:cNvSpPr txBox="1">
            <a:spLocks noGrp="1"/>
          </p:cNvSpPr>
          <p:nvPr>
            <p:ph type="subTitle" idx="3"/>
          </p:nvPr>
        </p:nvSpPr>
        <p:spPr>
          <a:xfrm>
            <a:off x="713225" y="2753343"/>
            <a:ext cx="38586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65" name="Google Shape;365;p29"/>
          <p:cNvSpPr txBox="1">
            <a:spLocks noGrp="1"/>
          </p:cNvSpPr>
          <p:nvPr>
            <p:ph type="title" idx="4" hasCustomPrompt="1"/>
          </p:nvPr>
        </p:nvSpPr>
        <p:spPr>
          <a:xfrm>
            <a:off x="713225" y="3485225"/>
            <a:ext cx="3858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6" name="Google Shape;366;p29"/>
          <p:cNvSpPr txBox="1">
            <a:spLocks noGrp="1"/>
          </p:cNvSpPr>
          <p:nvPr>
            <p:ph type="subTitle" idx="5"/>
          </p:nvPr>
        </p:nvSpPr>
        <p:spPr>
          <a:xfrm>
            <a:off x="713225" y="4181816"/>
            <a:ext cx="38586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67" name="Google Shape;367;p29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8" name="Google Shape;368;p29"/>
          <p:cNvGrpSpPr/>
          <p:nvPr/>
        </p:nvGrpSpPr>
        <p:grpSpPr>
          <a:xfrm>
            <a:off x="158590" y="3781550"/>
            <a:ext cx="360758" cy="258297"/>
            <a:chOff x="4992850" y="4345375"/>
            <a:chExt cx="607336" cy="638400"/>
          </a:xfrm>
        </p:grpSpPr>
        <p:sp>
          <p:nvSpPr>
            <p:cNvPr id="369" name="Google Shape;369;p29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9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1" name="Google Shape;371;p29"/>
          <p:cNvSpPr/>
          <p:nvPr/>
        </p:nvSpPr>
        <p:spPr>
          <a:xfrm>
            <a:off x="7390700" y="2812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2" name="Google Shape;372;p29"/>
          <p:cNvGrpSpPr/>
          <p:nvPr/>
        </p:nvGrpSpPr>
        <p:grpSpPr>
          <a:xfrm>
            <a:off x="285147" y="814196"/>
            <a:ext cx="234196" cy="188409"/>
            <a:chOff x="5151797" y="479071"/>
            <a:chExt cx="234196" cy="188409"/>
          </a:xfrm>
        </p:grpSpPr>
        <p:sp>
          <p:nvSpPr>
            <p:cNvPr id="373" name="Google Shape;373;p29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5" name="Google Shape;375;p29"/>
          <p:cNvSpPr/>
          <p:nvPr/>
        </p:nvSpPr>
        <p:spPr>
          <a:xfrm>
            <a:off x="8573950" y="88360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0"/>
          <p:cNvSpPr txBox="1">
            <a:spLocks noGrp="1"/>
          </p:cNvSpPr>
          <p:nvPr>
            <p:ph type="title" hasCustomPrompt="1"/>
          </p:nvPr>
        </p:nvSpPr>
        <p:spPr>
          <a:xfrm>
            <a:off x="1325650" y="2432800"/>
            <a:ext cx="1398900" cy="60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8" name="Google Shape;378;p30"/>
          <p:cNvSpPr txBox="1">
            <a:spLocks noGrp="1"/>
          </p:cNvSpPr>
          <p:nvPr>
            <p:ph type="subTitle" idx="1"/>
          </p:nvPr>
        </p:nvSpPr>
        <p:spPr>
          <a:xfrm>
            <a:off x="938500" y="3560852"/>
            <a:ext cx="21732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79" name="Google Shape;379;p30"/>
          <p:cNvSpPr txBox="1">
            <a:spLocks noGrp="1"/>
          </p:cNvSpPr>
          <p:nvPr>
            <p:ph type="subTitle" idx="2"/>
          </p:nvPr>
        </p:nvSpPr>
        <p:spPr>
          <a:xfrm>
            <a:off x="938500" y="3132150"/>
            <a:ext cx="2173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0" name="Google Shape;380;p30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2432800"/>
            <a:ext cx="1397700" cy="60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1" name="Google Shape;381;p30"/>
          <p:cNvSpPr txBox="1">
            <a:spLocks noGrp="1"/>
          </p:cNvSpPr>
          <p:nvPr>
            <p:ph type="subTitle" idx="4"/>
          </p:nvPr>
        </p:nvSpPr>
        <p:spPr>
          <a:xfrm>
            <a:off x="3485400" y="3560852"/>
            <a:ext cx="21732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82" name="Google Shape;382;p30"/>
          <p:cNvSpPr txBox="1">
            <a:spLocks noGrp="1"/>
          </p:cNvSpPr>
          <p:nvPr>
            <p:ph type="subTitle" idx="5"/>
          </p:nvPr>
        </p:nvSpPr>
        <p:spPr>
          <a:xfrm>
            <a:off x="3485400" y="3132150"/>
            <a:ext cx="2173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3" name="Google Shape;383;p30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2432800"/>
            <a:ext cx="1397700" cy="60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4" name="Google Shape;384;p30"/>
          <p:cNvSpPr txBox="1">
            <a:spLocks noGrp="1"/>
          </p:cNvSpPr>
          <p:nvPr>
            <p:ph type="subTitle" idx="7"/>
          </p:nvPr>
        </p:nvSpPr>
        <p:spPr>
          <a:xfrm>
            <a:off x="6032300" y="3560852"/>
            <a:ext cx="21732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85" name="Google Shape;385;p30"/>
          <p:cNvSpPr txBox="1">
            <a:spLocks noGrp="1"/>
          </p:cNvSpPr>
          <p:nvPr>
            <p:ph type="subTitle" idx="8"/>
          </p:nvPr>
        </p:nvSpPr>
        <p:spPr>
          <a:xfrm>
            <a:off x="6032300" y="3132150"/>
            <a:ext cx="2173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6" name="Google Shape;386;p30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30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0"/>
          <p:cNvSpPr/>
          <p:nvPr/>
        </p:nvSpPr>
        <p:spPr>
          <a:xfrm>
            <a:off x="-1731000" y="2571745"/>
            <a:ext cx="2496096" cy="1582356"/>
          </a:xfrm>
          <a:custGeom>
            <a:avLst/>
            <a:gdLst/>
            <a:ahLst/>
            <a:cxnLst/>
            <a:rect l="l" t="t" r="r" b="b"/>
            <a:pathLst>
              <a:path w="47371" h="30030" extrusionOk="0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0"/>
          <p:cNvSpPr/>
          <p:nvPr/>
        </p:nvSpPr>
        <p:spPr>
          <a:xfrm>
            <a:off x="8488556" y="1302489"/>
            <a:ext cx="1300321" cy="1626477"/>
          </a:xfrm>
          <a:custGeom>
            <a:avLst/>
            <a:gdLst/>
            <a:ahLst/>
            <a:cxnLst/>
            <a:rect l="l" t="t" r="r" b="b"/>
            <a:pathLst>
              <a:path w="7690" h="9619" extrusionOk="0">
                <a:moveTo>
                  <a:pt x="1814" y="0"/>
                </a:moveTo>
                <a:cubicBezTo>
                  <a:pt x="1314" y="0"/>
                  <a:pt x="835" y="161"/>
                  <a:pt x="503" y="527"/>
                </a:cubicBezTo>
                <a:cubicBezTo>
                  <a:pt x="114" y="938"/>
                  <a:pt x="1" y="1532"/>
                  <a:pt x="29" y="2063"/>
                </a:cubicBezTo>
                <a:cubicBezTo>
                  <a:pt x="57" y="2621"/>
                  <a:pt x="234" y="3152"/>
                  <a:pt x="383" y="3683"/>
                </a:cubicBezTo>
                <a:cubicBezTo>
                  <a:pt x="913" y="5777"/>
                  <a:pt x="149" y="9017"/>
                  <a:pt x="3064" y="9547"/>
                </a:cubicBezTo>
                <a:cubicBezTo>
                  <a:pt x="3307" y="9596"/>
                  <a:pt x="3542" y="9619"/>
                  <a:pt x="3768" y="9619"/>
                </a:cubicBezTo>
                <a:cubicBezTo>
                  <a:pt x="6281" y="9619"/>
                  <a:pt x="7690" y="6774"/>
                  <a:pt x="7365" y="4418"/>
                </a:cubicBezTo>
                <a:cubicBezTo>
                  <a:pt x="7252" y="3739"/>
                  <a:pt x="6983" y="3060"/>
                  <a:pt x="6573" y="2501"/>
                </a:cubicBezTo>
                <a:cubicBezTo>
                  <a:pt x="6276" y="2119"/>
                  <a:pt x="5922" y="1822"/>
                  <a:pt x="5512" y="1589"/>
                </a:cubicBezTo>
                <a:cubicBezTo>
                  <a:pt x="5129" y="1383"/>
                  <a:pt x="4684" y="1263"/>
                  <a:pt x="4274" y="1058"/>
                </a:cubicBezTo>
                <a:cubicBezTo>
                  <a:pt x="3863" y="825"/>
                  <a:pt x="3474" y="527"/>
                  <a:pt x="3064" y="322"/>
                </a:cubicBezTo>
                <a:cubicBezTo>
                  <a:pt x="2683" y="117"/>
                  <a:pt x="2240" y="0"/>
                  <a:pt x="18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0" name="Google Shape;390;p30"/>
          <p:cNvGrpSpPr/>
          <p:nvPr/>
        </p:nvGrpSpPr>
        <p:grpSpPr>
          <a:xfrm>
            <a:off x="8676565" y="1435450"/>
            <a:ext cx="360758" cy="258297"/>
            <a:chOff x="4992850" y="4345375"/>
            <a:chExt cx="607336" cy="638400"/>
          </a:xfrm>
        </p:grpSpPr>
        <p:sp>
          <p:nvSpPr>
            <p:cNvPr id="391" name="Google Shape;391;p30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0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3" name="Google Shape;393;p30"/>
          <p:cNvSpPr/>
          <p:nvPr/>
        </p:nvSpPr>
        <p:spPr>
          <a:xfrm>
            <a:off x="170850" y="14354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4" name="Google Shape;394;p30"/>
          <p:cNvGrpSpPr/>
          <p:nvPr/>
        </p:nvGrpSpPr>
        <p:grpSpPr>
          <a:xfrm>
            <a:off x="212297" y="3225671"/>
            <a:ext cx="234196" cy="188409"/>
            <a:chOff x="5151797" y="479071"/>
            <a:chExt cx="234196" cy="188409"/>
          </a:xfrm>
        </p:grpSpPr>
        <p:sp>
          <p:nvSpPr>
            <p:cNvPr id="395" name="Google Shape;395;p30"/>
            <p:cNvSpPr/>
            <p:nvPr/>
          </p:nvSpPr>
          <p:spPr>
            <a:xfrm>
              <a:off x="5151797" y="479071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0"/>
            <p:cNvSpPr/>
            <p:nvPr/>
          </p:nvSpPr>
          <p:spPr>
            <a:xfrm>
              <a:off x="5261402" y="479071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397;p30"/>
          <p:cNvGrpSpPr/>
          <p:nvPr/>
        </p:nvGrpSpPr>
        <p:grpSpPr>
          <a:xfrm>
            <a:off x="8664279" y="4232272"/>
            <a:ext cx="234788" cy="188409"/>
            <a:chOff x="6428979" y="917397"/>
            <a:chExt cx="234788" cy="188409"/>
          </a:xfrm>
        </p:grpSpPr>
        <p:sp>
          <p:nvSpPr>
            <p:cNvPr id="398" name="Google Shape;398;p30"/>
            <p:cNvSpPr/>
            <p:nvPr/>
          </p:nvSpPr>
          <p:spPr>
            <a:xfrm>
              <a:off x="6538500" y="9173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0"/>
            <p:cNvSpPr/>
            <p:nvPr/>
          </p:nvSpPr>
          <p:spPr>
            <a:xfrm>
              <a:off x="6428979" y="9173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30"/>
          <p:cNvSpPr/>
          <p:nvPr/>
        </p:nvSpPr>
        <p:spPr>
          <a:xfrm>
            <a:off x="8712350" y="2174488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 txBox="1">
            <a:spLocks noGrp="1"/>
          </p:cNvSpPr>
          <p:nvPr>
            <p:ph type="title"/>
          </p:nvPr>
        </p:nvSpPr>
        <p:spPr>
          <a:xfrm>
            <a:off x="713258" y="736593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"/>
          </p:nvPr>
        </p:nvSpPr>
        <p:spPr>
          <a:xfrm>
            <a:off x="713225" y="1775309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713225" y="3521150"/>
            <a:ext cx="38586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5" name="Google Shape;405;p31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2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3"/>
          <p:cNvSpPr/>
          <p:nvPr/>
        </p:nvSpPr>
        <p:spPr>
          <a:xfrm rot="5400000">
            <a:off x="2150850" y="-1761150"/>
            <a:ext cx="4842300" cy="8665800"/>
          </a:xfrm>
          <a:prstGeom prst="bracketPair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3"/>
          <p:cNvSpPr/>
          <p:nvPr/>
        </p:nvSpPr>
        <p:spPr>
          <a:xfrm rot="3555162" flipH="1">
            <a:off x="-993615" y="620242"/>
            <a:ext cx="1625808" cy="1526544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3"/>
          <p:cNvSpPr/>
          <p:nvPr/>
        </p:nvSpPr>
        <p:spPr>
          <a:xfrm flipH="1">
            <a:off x="8511080" y="2803089"/>
            <a:ext cx="2259360" cy="2189809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3"/>
          <p:cNvSpPr/>
          <p:nvPr/>
        </p:nvSpPr>
        <p:spPr>
          <a:xfrm flipH="1">
            <a:off x="325220" y="262450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3" name="Google Shape;413;p33"/>
          <p:cNvGrpSpPr/>
          <p:nvPr/>
        </p:nvGrpSpPr>
        <p:grpSpPr>
          <a:xfrm>
            <a:off x="8511086" y="618472"/>
            <a:ext cx="367931" cy="258303"/>
            <a:chOff x="4935811" y="4414372"/>
            <a:chExt cx="367931" cy="258303"/>
          </a:xfrm>
        </p:grpSpPr>
        <p:sp>
          <p:nvSpPr>
            <p:cNvPr id="414" name="Google Shape;414;p33"/>
            <p:cNvSpPr/>
            <p:nvPr/>
          </p:nvSpPr>
          <p:spPr>
            <a:xfrm flipH="1">
              <a:off x="5169642" y="4414375"/>
              <a:ext cx="134100" cy="2583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3"/>
            <p:cNvSpPr/>
            <p:nvPr/>
          </p:nvSpPr>
          <p:spPr>
            <a:xfrm rot="10800000" flipH="1">
              <a:off x="4935811" y="4414372"/>
              <a:ext cx="134100" cy="2583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6" name="Google Shape;416;p33"/>
          <p:cNvSpPr/>
          <p:nvPr/>
        </p:nvSpPr>
        <p:spPr>
          <a:xfrm flipH="1">
            <a:off x="239095" y="38109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33"/>
          <p:cNvGrpSpPr/>
          <p:nvPr/>
        </p:nvGrpSpPr>
        <p:grpSpPr>
          <a:xfrm>
            <a:off x="184447" y="1289308"/>
            <a:ext cx="234196" cy="188409"/>
            <a:chOff x="368022" y="616196"/>
            <a:chExt cx="234196" cy="188409"/>
          </a:xfrm>
        </p:grpSpPr>
        <p:sp>
          <p:nvSpPr>
            <p:cNvPr id="418" name="Google Shape;418;p33"/>
            <p:cNvSpPr/>
            <p:nvPr/>
          </p:nvSpPr>
          <p:spPr>
            <a:xfrm>
              <a:off x="368022" y="616196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477627" y="616196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33"/>
          <p:cNvGrpSpPr/>
          <p:nvPr/>
        </p:nvGrpSpPr>
        <p:grpSpPr>
          <a:xfrm>
            <a:off x="8763527" y="3267172"/>
            <a:ext cx="234788" cy="188409"/>
            <a:chOff x="8551627" y="4274197"/>
            <a:chExt cx="234788" cy="188409"/>
          </a:xfrm>
        </p:grpSpPr>
        <p:sp>
          <p:nvSpPr>
            <p:cNvPr id="421" name="Google Shape;421;p33"/>
            <p:cNvSpPr/>
            <p:nvPr/>
          </p:nvSpPr>
          <p:spPr>
            <a:xfrm>
              <a:off x="8661148" y="42741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3"/>
            <p:cNvSpPr/>
            <p:nvPr/>
          </p:nvSpPr>
          <p:spPr>
            <a:xfrm>
              <a:off x="8551627" y="42741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742;p43">
            <a:extLst>
              <a:ext uri="{FF2B5EF4-FFF2-40B4-BE49-F238E27FC236}">
                <a16:creationId xmlns:a16="http://schemas.microsoft.com/office/drawing/2014/main" id="{2C89A703-AE79-F0DC-0001-FC73CD65B57A}"/>
              </a:ext>
            </a:extLst>
          </p:cNvPr>
          <p:cNvGrpSpPr/>
          <p:nvPr/>
        </p:nvGrpSpPr>
        <p:grpSpPr>
          <a:xfrm>
            <a:off x="3700154" y="336561"/>
            <a:ext cx="1754558" cy="789628"/>
            <a:chOff x="4833700" y="1714500"/>
            <a:chExt cx="3519300" cy="2099825"/>
          </a:xfrm>
          <a:solidFill>
            <a:schemeClr val="accent4"/>
          </a:solidFill>
        </p:grpSpPr>
        <p:sp>
          <p:nvSpPr>
            <p:cNvPr id="3" name="Google Shape;743;p43">
              <a:extLst>
                <a:ext uri="{FF2B5EF4-FFF2-40B4-BE49-F238E27FC236}">
                  <a16:creationId xmlns:a16="http://schemas.microsoft.com/office/drawing/2014/main" id="{7C645C50-5A50-65DE-DBBC-B4D34A296DED}"/>
                </a:ext>
              </a:extLst>
            </p:cNvPr>
            <p:cNvSpPr/>
            <p:nvPr/>
          </p:nvSpPr>
          <p:spPr>
            <a:xfrm>
              <a:off x="5031300" y="1714500"/>
              <a:ext cx="3124200" cy="1880400"/>
            </a:xfrm>
            <a:prstGeom prst="round2SameRect">
              <a:avLst>
                <a:gd name="adj1" fmla="val 11834"/>
                <a:gd name="adj2" fmla="val 0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744;p43">
              <a:extLst>
                <a:ext uri="{FF2B5EF4-FFF2-40B4-BE49-F238E27FC236}">
                  <a16:creationId xmlns:a16="http://schemas.microsoft.com/office/drawing/2014/main" id="{A4C6B08A-4917-92E0-6298-BF1174AB26AF}"/>
                </a:ext>
              </a:extLst>
            </p:cNvPr>
            <p:cNvSpPr/>
            <p:nvPr/>
          </p:nvSpPr>
          <p:spPr>
            <a:xfrm rot="10800000">
              <a:off x="4833700" y="3594725"/>
              <a:ext cx="3519300" cy="219600"/>
            </a:xfrm>
            <a:prstGeom prst="round2SameRect">
              <a:avLst>
                <a:gd name="adj1" fmla="val 41053"/>
                <a:gd name="adj2" fmla="val 0"/>
              </a:avLst>
            </a:prstGeom>
            <a:grpFill/>
            <a:ln w="12700"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745;p43">
              <a:extLst>
                <a:ext uri="{FF2B5EF4-FFF2-40B4-BE49-F238E27FC236}">
                  <a16:creationId xmlns:a16="http://schemas.microsoft.com/office/drawing/2014/main" id="{3D6A4170-8ACD-C6EA-7E1C-9C2F1E85DCAB}"/>
                </a:ext>
              </a:extLst>
            </p:cNvPr>
            <p:cNvSpPr/>
            <p:nvPr/>
          </p:nvSpPr>
          <p:spPr>
            <a:xfrm>
              <a:off x="6566400" y="1772300"/>
              <a:ext cx="54000" cy="54000"/>
            </a:xfrm>
            <a:prstGeom prst="ellipse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7" name="Google Shape;427;p34"/>
          <p:cNvSpPr txBox="1">
            <a:spLocks noGrp="1"/>
          </p:cNvSpPr>
          <p:nvPr>
            <p:ph type="subTitle" idx="3"/>
          </p:nvPr>
        </p:nvSpPr>
        <p:spPr>
          <a:xfrm>
            <a:off x="5080208" y="1938337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Thomas MURGIA</a:t>
            </a:r>
            <a:endParaRPr sz="1600" dirty="0"/>
          </a:p>
        </p:txBody>
      </p:sp>
      <p:sp>
        <p:nvSpPr>
          <p:cNvPr id="428" name="Google Shape;428;p34"/>
          <p:cNvSpPr txBox="1">
            <a:spLocks noGrp="1"/>
          </p:cNvSpPr>
          <p:nvPr>
            <p:ph type="subTitle" idx="4"/>
          </p:nvPr>
        </p:nvSpPr>
        <p:spPr>
          <a:xfrm>
            <a:off x="1558208" y="1938337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Clément FAVAREL</a:t>
            </a:r>
            <a:endParaRPr sz="1600" dirty="0"/>
          </a:p>
        </p:txBody>
      </p:sp>
      <p:sp>
        <p:nvSpPr>
          <p:cNvPr id="429" name="Google Shape;429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bg1"/>
                </a:solidFill>
              </a:rPr>
              <a:t>Projet ISY</a:t>
            </a:r>
            <a:endParaRPr sz="2400" dirty="0">
              <a:solidFill>
                <a:schemeClr val="bg1"/>
              </a:solidFill>
            </a:endParaRPr>
          </a:p>
        </p:txBody>
      </p:sp>
      <p:pic>
        <p:nvPicPr>
          <p:cNvPr id="430" name="Google Shape;430;p34" title="avata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0350" y="1012033"/>
            <a:ext cx="981300" cy="981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31" name="Google Shape;431;p34" title="avata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2350" y="1012033"/>
            <a:ext cx="981300" cy="981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32" name="Google Shape;432;p34"/>
          <p:cNvSpPr txBox="1">
            <a:spLocks noGrp="1"/>
          </p:cNvSpPr>
          <p:nvPr>
            <p:ph type="subTitle" idx="3"/>
          </p:nvPr>
        </p:nvSpPr>
        <p:spPr>
          <a:xfrm>
            <a:off x="5080208" y="3884992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Michel QUIVRONT</a:t>
            </a:r>
            <a:endParaRPr sz="1600" dirty="0"/>
          </a:p>
        </p:txBody>
      </p:sp>
      <p:sp>
        <p:nvSpPr>
          <p:cNvPr id="433" name="Google Shape;433;p34"/>
          <p:cNvSpPr txBox="1">
            <a:spLocks noGrp="1"/>
          </p:cNvSpPr>
          <p:nvPr>
            <p:ph type="subTitle" idx="4"/>
          </p:nvPr>
        </p:nvSpPr>
        <p:spPr>
          <a:xfrm>
            <a:off x="1558208" y="3884992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Nicolas PRUDHOMME</a:t>
            </a:r>
            <a:endParaRPr sz="1600" dirty="0"/>
          </a:p>
        </p:txBody>
      </p:sp>
      <p:pic>
        <p:nvPicPr>
          <p:cNvPr id="434" name="Google Shape;434;p34" title="avata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0350" y="3029503"/>
            <a:ext cx="981300" cy="981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35" name="Google Shape;435;p34" title="avata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2350" y="3029503"/>
            <a:ext cx="981300" cy="981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37" name="Google Shape;437;p34"/>
          <p:cNvSpPr txBox="1">
            <a:spLocks noGrp="1"/>
          </p:cNvSpPr>
          <p:nvPr>
            <p:ph type="subTitle" idx="4294967295"/>
          </p:nvPr>
        </p:nvSpPr>
        <p:spPr>
          <a:xfrm>
            <a:off x="1331857" y="2441707"/>
            <a:ext cx="3077111" cy="3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r>
              <a:rPr lang="fr-FR" sz="1200" dirty="0">
                <a:solidFill>
                  <a:srgbClr val="000000"/>
                </a:solidFill>
                <a:latin typeface="Arial"/>
                <a:cs typeface="Arial"/>
              </a:rPr>
              <a:t>Développeur Principal </a:t>
            </a:r>
            <a:r>
              <a:rPr lang="en" sz="12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/ </a:t>
            </a:r>
            <a:r>
              <a:rPr lang="en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Référent technique</a:t>
            </a:r>
            <a:endParaRPr sz="1200" dirty="0"/>
          </a:p>
        </p:txBody>
      </p:sp>
      <p:sp>
        <p:nvSpPr>
          <p:cNvPr id="438" name="Google Shape;438;p34"/>
          <p:cNvSpPr txBox="1">
            <a:spLocks noGrp="1"/>
          </p:cNvSpPr>
          <p:nvPr>
            <p:ph type="subTitle" idx="4294967295"/>
          </p:nvPr>
        </p:nvSpPr>
        <p:spPr>
          <a:xfrm>
            <a:off x="971108" y="4342125"/>
            <a:ext cx="3600892" cy="5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Responsable Conception &amp; Analyse / Développeur</a:t>
            </a:r>
            <a:endParaRPr sz="1200" dirty="0"/>
          </a:p>
        </p:txBody>
      </p:sp>
      <p:sp>
        <p:nvSpPr>
          <p:cNvPr id="439" name="Google Shape;439;p34"/>
          <p:cNvSpPr txBox="1">
            <a:spLocks noGrp="1"/>
          </p:cNvSpPr>
          <p:nvPr>
            <p:ph type="subTitle" idx="4294967295"/>
          </p:nvPr>
        </p:nvSpPr>
        <p:spPr>
          <a:xfrm>
            <a:off x="4913550" y="4342125"/>
            <a:ext cx="2838900" cy="5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IVVQ / Développeur</a:t>
            </a:r>
            <a:endParaRPr sz="1200" dirty="0"/>
          </a:p>
        </p:txBody>
      </p:sp>
      <p:sp>
        <p:nvSpPr>
          <p:cNvPr id="6" name="Google Shape;437;p34">
            <a:extLst>
              <a:ext uri="{FF2B5EF4-FFF2-40B4-BE49-F238E27FC236}">
                <a16:creationId xmlns:a16="http://schemas.microsoft.com/office/drawing/2014/main" id="{A54F7F0A-FDC0-AD35-42B7-5A0AE2769C6C}"/>
              </a:ext>
            </a:extLst>
          </p:cNvPr>
          <p:cNvSpPr txBox="1">
            <a:spLocks/>
          </p:cNvSpPr>
          <p:nvPr/>
        </p:nvSpPr>
        <p:spPr>
          <a:xfrm>
            <a:off x="4940711" y="2441707"/>
            <a:ext cx="27084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" sz="1200" dirty="0">
                <a:solidFill>
                  <a:srgbClr val="000000"/>
                </a:solidFill>
                <a:latin typeface="Arial"/>
                <a:cs typeface="Arial"/>
              </a:rPr>
              <a:t>Chef de projet / Développeur avancé</a:t>
            </a:r>
            <a:endParaRPr lang="fr-FR" sz="12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A612B78-4BB6-6EF9-6848-1905E47F25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1356" y1="44007" x2="58245" y2="51541"/>
                        <a14:foregroundMark x1="42553" y1="36130" x2="52926" y2="37500"/>
                        <a14:foregroundMark x1="52926" y1="37500" x2="58112" y2="51884"/>
                        <a14:foregroundMark x1="58112" y1="51884" x2="49069" y2="49829"/>
                        <a14:foregroundMark x1="49069" y1="49829" x2="56782" y2="44007"/>
                        <a14:foregroundMark x1="56782" y1="44007" x2="57314" y2="44349"/>
                        <a14:foregroundMark x1="58511" y1="35959" x2="56915" y2="74486"/>
                        <a14:foregroundMark x1="56915" y1="74486" x2="45479" y2="79452"/>
                        <a14:foregroundMark x1="45479" y1="79452" x2="46410" y2="87842"/>
                        <a14:foregroundMark x1="55053" y1="30651" x2="47739" y2="38527"/>
                        <a14:foregroundMark x1="47739" y1="38527" x2="47473" y2="52568"/>
                        <a14:foregroundMark x1="47473" y1="52568" x2="42420" y2="44178"/>
                        <a14:foregroundMark x1="42420" y1="44178" x2="40824" y2="35445"/>
                        <a14:foregroundMark x1="40824" y1="34932" x2="42952" y2="33904"/>
                        <a14:foregroundMark x1="43085" y1="31507" x2="44149" y2="34932"/>
                        <a14:foregroundMark x1="40957" y1="29452" x2="49468" y2="35445"/>
                        <a14:foregroundMark x1="49468" y1="35445" x2="49069" y2="36815"/>
                        <a14:foregroundMark x1="57181" y1="40925" x2="57846" y2="30479"/>
                        <a14:foregroundMark x1="57846" y1="30479" x2="63564" y2="40925"/>
                        <a14:foregroundMark x1="63564" y1="40925" x2="61170" y2="50342"/>
                        <a14:foregroundMark x1="61170" y1="50342" x2="59973" y2="51370"/>
                        <a14:foregroundMark x1="52261" y1="56507" x2="52261" y2="56507"/>
                        <a14:foregroundMark x1="54654" y1="55137" x2="45213" y2="53596"/>
                        <a14:foregroundMark x1="38165" y1="82877" x2="41489" y2="71233"/>
                        <a14:foregroundMark x1="41489" y1="71233" x2="48138" y2="66781"/>
                        <a14:foregroundMark x1="48138" y1="66781" x2="55718" y2="78082"/>
                        <a14:foregroundMark x1="55718" y1="78082" x2="53590" y2="87842"/>
                        <a14:foregroundMark x1="53590" y1="87842" x2="45080" y2="88014"/>
                        <a14:foregroundMark x1="45080" y1="88014" x2="38431" y2="84247"/>
                        <a14:foregroundMark x1="46144" y1="88014" x2="55585" y2="89212"/>
                        <a14:foregroundMark x1="69681" y1="79795" x2="68218" y2="815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56252" y="621211"/>
            <a:ext cx="2033859" cy="157948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AA5514E-6F7F-7563-6E3C-5BB3C80450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479" b="94444" l="9966" r="89863">
                        <a14:foregroundMark x1="40722" y1="10256" x2="50859" y2="7265"/>
                        <a14:foregroundMark x1="50859" y1="7265" x2="63230" y2="7479"/>
                        <a14:foregroundMark x1="63230" y1="7479" x2="66667" y2="9188"/>
                        <a14:foregroundMark x1="45533" y1="46795" x2="59278" y2="52350"/>
                        <a14:foregroundMark x1="46564" y1="47009" x2="51718" y2="53846"/>
                        <a14:foregroundMark x1="35911" y1="46795" x2="35911" y2="52350"/>
                        <a14:foregroundMark x1="36942" y1="70726" x2="45189" y2="83333"/>
                        <a14:foregroundMark x1="45189" y1="83333" x2="53780" y2="84829"/>
                        <a14:foregroundMark x1="53780" y1="84829" x2="66323" y2="78846"/>
                        <a14:foregroundMark x1="66323" y1="78846" x2="69588" y2="72863"/>
                        <a14:foregroundMark x1="69072" y1="72009" x2="78694" y2="77350"/>
                        <a14:foregroundMark x1="78694" y1="77350" x2="80584" y2="77564"/>
                        <a14:foregroundMark x1="80069" y1="77991" x2="69072" y2="89103"/>
                        <a14:foregroundMark x1="71478" y1="88034" x2="61684" y2="93590"/>
                        <a14:foregroundMark x1="61684" y1="93590" x2="38832" y2="91667"/>
                        <a14:foregroundMark x1="38832" y1="91667" x2="30928" y2="85470"/>
                        <a14:foregroundMark x1="30928" y1="85470" x2="34708" y2="74145"/>
                        <a14:foregroundMark x1="34708" y1="74145" x2="36942" y2="71581"/>
                        <a14:foregroundMark x1="33505" y1="86752" x2="25945" y2="79274"/>
                        <a14:foregroundMark x1="25945" y1="79274" x2="25601" y2="78419"/>
                        <a14:foregroundMark x1="29381" y1="82692" x2="38144" y2="91453"/>
                        <a14:foregroundMark x1="38144" y1="91453" x2="44845" y2="92949"/>
                        <a14:foregroundMark x1="35052" y1="88675" x2="50344" y2="94444"/>
                        <a14:foregroundMark x1="80928" y1="78419" x2="71478" y2="912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43846" y="753982"/>
            <a:ext cx="1690057" cy="135901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661B435-855E-C4AB-7DE8-34D4313874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0177" y1="53747" x2="49381" y2="68951"/>
                        <a14:foregroundMark x1="49381" y1="68951" x2="58584" y2="71306"/>
                        <a14:foregroundMark x1="58584" y1="71306" x2="63894" y2="62741"/>
                        <a14:foregroundMark x1="63894" y1="62741" x2="54867" y2="58030"/>
                        <a14:foregroundMark x1="54867" y1="58030" x2="52389" y2="60385"/>
                        <a14:foregroundMark x1="50973" y1="56531" x2="63894" y2="55460"/>
                        <a14:foregroundMark x1="63894" y1="55460" x2="63363" y2="62527"/>
                        <a14:foregroundMark x1="49912" y1="59529" x2="58761" y2="68951"/>
                        <a14:foregroundMark x1="58761" y1="68951" x2="59292" y2="69165"/>
                        <a14:foregroundMark x1="59823" y1="55889" x2="44425" y2="52248"/>
                        <a14:foregroundMark x1="50088" y1="55460" x2="60885" y2="61028"/>
                        <a14:foregroundMark x1="60885" y1="61028" x2="60885" y2="61028"/>
                        <a14:foregroundMark x1="36991" y1="35760" x2="36106" y2="24625"/>
                        <a14:foregroundMark x1="36106" y1="24625" x2="44248" y2="13919"/>
                        <a14:foregroundMark x1="44248" y1="13919" x2="56814" y2="11349"/>
                        <a14:foregroundMark x1="56814" y1="11349" x2="67965" y2="17987"/>
                        <a14:foregroundMark x1="67965" y1="17987" x2="71858" y2="31263"/>
                        <a14:foregroundMark x1="71858" y1="31263" x2="71681" y2="334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9655" y="2668479"/>
            <a:ext cx="1822689" cy="150654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178BFD1-9B08-4803-853B-93613673342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53480" y1="38631" x2="63158" y2="45916"/>
                        <a14:foregroundMark x1="63158" y1="45916" x2="64177" y2="46358"/>
                        <a14:foregroundMark x1="59423" y1="38411" x2="67063" y2="45916"/>
                        <a14:foregroundMark x1="67063" y1="45916" x2="57216" y2="48344"/>
                        <a14:foregroundMark x1="73345" y1="47461" x2="72326" y2="54525"/>
                        <a14:foregroundMark x1="66893" y1="66225" x2="68930" y2="7218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16583" y="2665715"/>
            <a:ext cx="1944582" cy="14955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5"/>
          <p:cNvSpPr txBox="1"/>
          <p:nvPr/>
        </p:nvSpPr>
        <p:spPr>
          <a:xfrm>
            <a:off x="5113168" y="404986"/>
            <a:ext cx="36123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Diagramme de flux</a:t>
            </a:r>
            <a:endParaRPr sz="2400" b="1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5" name="Google Shape;445;p35" title="DiagrammeFlux_Projet_a_jourV3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825" y="492600"/>
            <a:ext cx="7667376" cy="443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6"/>
          <p:cNvSpPr txBox="1"/>
          <p:nvPr/>
        </p:nvSpPr>
        <p:spPr>
          <a:xfrm>
            <a:off x="397250" y="437475"/>
            <a:ext cx="42177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Architecture Logiciel</a:t>
            </a:r>
            <a:endParaRPr sz="2400" b="1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1" name="Google Shape;451;p36"/>
          <p:cNvPicPr preferRelativeResize="0"/>
          <p:nvPr/>
        </p:nvPicPr>
        <p:blipFill rotWithShape="1">
          <a:blip r:embed="rId3">
            <a:alphaModFix/>
          </a:blip>
          <a:srcRect l="2399" t="6703" r="1612" b="3432"/>
          <a:stretch/>
        </p:blipFill>
        <p:spPr>
          <a:xfrm>
            <a:off x="578975" y="977975"/>
            <a:ext cx="7986048" cy="359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 du projet</a:t>
            </a:r>
            <a:endParaRPr/>
          </a:p>
        </p:txBody>
      </p:sp>
      <p:sp>
        <p:nvSpPr>
          <p:cNvPr id="457" name="Google Shape;457;p37"/>
          <p:cNvSpPr txBox="1"/>
          <p:nvPr/>
        </p:nvSpPr>
        <p:spPr>
          <a:xfrm flipH="1">
            <a:off x="604531" y="2082200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Spécifications</a:t>
            </a:r>
            <a:endParaRPr sz="1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" name="Google Shape;458;p37"/>
          <p:cNvSpPr txBox="1"/>
          <p:nvPr/>
        </p:nvSpPr>
        <p:spPr>
          <a:xfrm flipH="1">
            <a:off x="604533" y="1566845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Analyse fonctionnelle</a:t>
            </a:r>
            <a:b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Cas d’utilisation UML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9" name="Google Shape;459;p37"/>
          <p:cNvSpPr txBox="1"/>
          <p:nvPr/>
        </p:nvSpPr>
        <p:spPr>
          <a:xfrm flipH="1">
            <a:off x="1980581" y="3375000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Conception</a:t>
            </a:r>
            <a:endParaRPr sz="1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0" name="Google Shape;460;p37"/>
          <p:cNvSpPr txBox="1"/>
          <p:nvPr/>
        </p:nvSpPr>
        <p:spPr>
          <a:xfrm flipH="1">
            <a:off x="1403178" y="3748505"/>
            <a:ext cx="3293346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Conception de l’architecture multi-processus </a:t>
            </a:r>
            <a:b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(serveur, groupes, clients, affichages)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1" name="Google Shape;461;p37"/>
          <p:cNvSpPr txBox="1"/>
          <p:nvPr/>
        </p:nvSpPr>
        <p:spPr>
          <a:xfrm flipH="1">
            <a:off x="3656806" y="2082200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Développement</a:t>
            </a:r>
            <a:endParaRPr sz="1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2" name="Google Shape;462;p37"/>
          <p:cNvSpPr txBox="1"/>
          <p:nvPr/>
        </p:nvSpPr>
        <p:spPr>
          <a:xfrm flipH="1">
            <a:off x="3301300" y="1557765"/>
            <a:ext cx="2854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Implémentation des fonctionnalités de messagerie et de gestion des groupes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" name="Google Shape;463;p37"/>
          <p:cNvSpPr txBox="1"/>
          <p:nvPr/>
        </p:nvSpPr>
        <p:spPr>
          <a:xfrm flipH="1">
            <a:off x="5182931" y="3375000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Intégration</a:t>
            </a:r>
            <a:endParaRPr sz="1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4" name="Google Shape;464;p37"/>
          <p:cNvSpPr txBox="1"/>
          <p:nvPr/>
        </p:nvSpPr>
        <p:spPr>
          <a:xfrm flipH="1">
            <a:off x="4955803" y="3748505"/>
            <a:ext cx="2597456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Tests unitaires et tests multi-clients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5" name="Google Shape;465;p37"/>
          <p:cNvSpPr/>
          <p:nvPr/>
        </p:nvSpPr>
        <p:spPr>
          <a:xfrm>
            <a:off x="1524031" y="2834388"/>
            <a:ext cx="304200" cy="304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7"/>
          <p:cNvSpPr/>
          <p:nvPr/>
        </p:nvSpPr>
        <p:spPr>
          <a:xfrm>
            <a:off x="2897764" y="2834388"/>
            <a:ext cx="304200" cy="30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7"/>
          <p:cNvSpPr/>
          <p:nvPr/>
        </p:nvSpPr>
        <p:spPr>
          <a:xfrm>
            <a:off x="4500097" y="2834388"/>
            <a:ext cx="304200" cy="304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cxnSp>
        <p:nvCxnSpPr>
          <p:cNvPr id="468" name="Google Shape;468;p37"/>
          <p:cNvCxnSpPr>
            <a:stCxn id="465" idx="6"/>
            <a:endCxn id="466" idx="2"/>
          </p:cNvCxnSpPr>
          <p:nvPr/>
        </p:nvCxnSpPr>
        <p:spPr>
          <a:xfrm>
            <a:off x="1828231" y="2986488"/>
            <a:ext cx="1069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37"/>
          <p:cNvCxnSpPr>
            <a:stCxn id="466" idx="6"/>
            <a:endCxn id="467" idx="2"/>
          </p:cNvCxnSpPr>
          <p:nvPr/>
        </p:nvCxnSpPr>
        <p:spPr>
          <a:xfrm>
            <a:off x="3201964" y="2986488"/>
            <a:ext cx="12981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0" name="Google Shape;470;p37"/>
          <p:cNvSpPr txBox="1"/>
          <p:nvPr/>
        </p:nvSpPr>
        <p:spPr>
          <a:xfrm flipH="1">
            <a:off x="6556681" y="2136900"/>
            <a:ext cx="21432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Validation</a:t>
            </a:r>
            <a:endParaRPr sz="1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1" name="Google Shape;471;p37"/>
          <p:cNvSpPr txBox="1"/>
          <p:nvPr/>
        </p:nvSpPr>
        <p:spPr>
          <a:xfrm flipH="1">
            <a:off x="6556683" y="1586105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Tests fonctionnels</a:t>
            </a:r>
            <a:b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Tests de robustesse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2" name="Google Shape;472;p37"/>
          <p:cNvSpPr/>
          <p:nvPr/>
        </p:nvSpPr>
        <p:spPr>
          <a:xfrm rot="10800000">
            <a:off x="7476189" y="2833414"/>
            <a:ext cx="304200" cy="304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7"/>
          <p:cNvSpPr/>
          <p:nvPr/>
        </p:nvSpPr>
        <p:spPr>
          <a:xfrm rot="10800000">
            <a:off x="6102456" y="2833414"/>
            <a:ext cx="304200" cy="30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4" name="Google Shape;474;p37"/>
          <p:cNvCxnSpPr>
            <a:stCxn id="472" idx="6"/>
            <a:endCxn id="473" idx="2"/>
          </p:cNvCxnSpPr>
          <p:nvPr/>
        </p:nvCxnSpPr>
        <p:spPr>
          <a:xfrm rot="10800000">
            <a:off x="6406689" y="2985514"/>
            <a:ext cx="1069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37"/>
          <p:cNvCxnSpPr>
            <a:stCxn id="473" idx="6"/>
          </p:cNvCxnSpPr>
          <p:nvPr/>
        </p:nvCxnSpPr>
        <p:spPr>
          <a:xfrm rot="10800000">
            <a:off x="4804356" y="2985514"/>
            <a:ext cx="12981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458;p37">
            <a:extLst>
              <a:ext uri="{FF2B5EF4-FFF2-40B4-BE49-F238E27FC236}">
                <a16:creationId xmlns:a16="http://schemas.microsoft.com/office/drawing/2014/main" id="{963A5416-24CC-FC34-8C18-72B4C315F781}"/>
              </a:ext>
            </a:extLst>
          </p:cNvPr>
          <p:cNvSpPr txBox="1"/>
          <p:nvPr/>
        </p:nvSpPr>
        <p:spPr>
          <a:xfrm flipH="1">
            <a:off x="1344798" y="2546549"/>
            <a:ext cx="662666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7 Nov</a:t>
            </a:r>
            <a:endParaRPr sz="1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Google Shape;458;p37">
            <a:extLst>
              <a:ext uri="{FF2B5EF4-FFF2-40B4-BE49-F238E27FC236}">
                <a16:creationId xmlns:a16="http://schemas.microsoft.com/office/drawing/2014/main" id="{4C50DFFC-448C-C4FB-12D7-D57019EDDFC2}"/>
              </a:ext>
            </a:extLst>
          </p:cNvPr>
          <p:cNvSpPr txBox="1"/>
          <p:nvPr/>
        </p:nvSpPr>
        <p:spPr>
          <a:xfrm flipH="1">
            <a:off x="2670384" y="3077263"/>
            <a:ext cx="758934" cy="32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14 Nov</a:t>
            </a:r>
            <a:endParaRPr sz="1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Google Shape;458;p37">
            <a:extLst>
              <a:ext uri="{FF2B5EF4-FFF2-40B4-BE49-F238E27FC236}">
                <a16:creationId xmlns:a16="http://schemas.microsoft.com/office/drawing/2014/main" id="{347B20A2-BE42-4888-04CA-2C0E2766AB5B}"/>
              </a:ext>
            </a:extLst>
          </p:cNvPr>
          <p:cNvSpPr txBox="1"/>
          <p:nvPr/>
        </p:nvSpPr>
        <p:spPr>
          <a:xfrm flipH="1">
            <a:off x="4263405" y="2536339"/>
            <a:ext cx="758934" cy="32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21 Nov</a:t>
            </a:r>
            <a:endParaRPr sz="1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Google Shape;458;p37">
            <a:extLst>
              <a:ext uri="{FF2B5EF4-FFF2-40B4-BE49-F238E27FC236}">
                <a16:creationId xmlns:a16="http://schemas.microsoft.com/office/drawing/2014/main" id="{3229CE25-2D0B-0577-4827-38632FDBD4EF}"/>
              </a:ext>
            </a:extLst>
          </p:cNvPr>
          <p:cNvSpPr txBox="1"/>
          <p:nvPr/>
        </p:nvSpPr>
        <p:spPr>
          <a:xfrm flipH="1">
            <a:off x="5875064" y="3077263"/>
            <a:ext cx="758934" cy="32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01 Dec</a:t>
            </a:r>
            <a:endParaRPr sz="1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" name="Google Shape;458;p37">
            <a:extLst>
              <a:ext uri="{FF2B5EF4-FFF2-40B4-BE49-F238E27FC236}">
                <a16:creationId xmlns:a16="http://schemas.microsoft.com/office/drawing/2014/main" id="{BC7FECB2-C7FA-5C14-4816-42149835795B}"/>
              </a:ext>
            </a:extLst>
          </p:cNvPr>
          <p:cNvSpPr txBox="1"/>
          <p:nvPr/>
        </p:nvSpPr>
        <p:spPr>
          <a:xfrm flipH="1">
            <a:off x="7248814" y="2536339"/>
            <a:ext cx="758934" cy="32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15 Dec</a:t>
            </a:r>
            <a:endParaRPr sz="10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8"/>
          <p:cNvSpPr txBox="1">
            <a:spLocks noGrp="1"/>
          </p:cNvSpPr>
          <p:nvPr>
            <p:ph type="subTitle" idx="3"/>
          </p:nvPr>
        </p:nvSpPr>
        <p:spPr>
          <a:xfrm>
            <a:off x="980163" y="2712413"/>
            <a:ext cx="313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Bannissement sans mémorisation des utilisateurs bannis</a:t>
            </a:r>
            <a:endParaRPr sz="1200"/>
          </a:p>
        </p:txBody>
      </p:sp>
      <p:sp>
        <p:nvSpPr>
          <p:cNvPr id="481" name="Google Shape;481;p38"/>
          <p:cNvSpPr txBox="1">
            <a:spLocks noGrp="1"/>
          </p:cNvSpPr>
          <p:nvPr>
            <p:ph type="subTitle" idx="1"/>
          </p:nvPr>
        </p:nvSpPr>
        <p:spPr>
          <a:xfrm>
            <a:off x="980163" y="1593413"/>
            <a:ext cx="282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Problème de gestion et définitions au début…</a:t>
            </a:r>
            <a:endParaRPr sz="1200"/>
          </a:p>
        </p:txBody>
      </p:sp>
      <p:sp>
        <p:nvSpPr>
          <p:cNvPr id="482" name="Google Shape;482;p38"/>
          <p:cNvSpPr txBox="1">
            <a:spLocks noGrp="1"/>
          </p:cNvSpPr>
          <p:nvPr>
            <p:ph type="subTitle" idx="2"/>
          </p:nvPr>
        </p:nvSpPr>
        <p:spPr>
          <a:xfrm>
            <a:off x="5390425" y="1504300"/>
            <a:ext cx="252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Revenir aux bases et bien concevoir le projet</a:t>
            </a:r>
            <a:endParaRPr sz="1200"/>
          </a:p>
        </p:txBody>
      </p:sp>
      <p:sp>
        <p:nvSpPr>
          <p:cNvPr id="483" name="Google Shape;483;p38"/>
          <p:cNvSpPr txBox="1">
            <a:spLocks noGrp="1"/>
          </p:cNvSpPr>
          <p:nvPr>
            <p:ph type="subTitle" idx="4"/>
          </p:nvPr>
        </p:nvSpPr>
        <p:spPr>
          <a:xfrm>
            <a:off x="5390429" y="2684366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Etablir une liste noire pour mémoriser les users bannis</a:t>
            </a:r>
            <a:endParaRPr sz="1200"/>
          </a:p>
        </p:txBody>
      </p:sp>
      <p:sp>
        <p:nvSpPr>
          <p:cNvPr id="484" name="Google Shape;484;p38"/>
          <p:cNvSpPr txBox="1">
            <a:spLocks noGrp="1"/>
          </p:cNvSpPr>
          <p:nvPr>
            <p:ph type="title" idx="5"/>
          </p:nvPr>
        </p:nvSpPr>
        <p:spPr>
          <a:xfrm>
            <a:off x="980163" y="549438"/>
            <a:ext cx="2305500" cy="54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Difficultés</a:t>
            </a:r>
            <a:endParaRPr/>
          </a:p>
        </p:txBody>
      </p:sp>
      <p:sp>
        <p:nvSpPr>
          <p:cNvPr id="485" name="Google Shape;485;p38"/>
          <p:cNvSpPr txBox="1">
            <a:spLocks noGrp="1"/>
          </p:cNvSpPr>
          <p:nvPr>
            <p:ph type="title" idx="7"/>
          </p:nvPr>
        </p:nvSpPr>
        <p:spPr>
          <a:xfrm>
            <a:off x="5390439" y="478213"/>
            <a:ext cx="2123400" cy="54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C3B1"/>
                </a:solidFill>
              </a:rPr>
              <a:t>Solutions</a:t>
            </a:r>
            <a:endParaRPr>
              <a:solidFill>
                <a:srgbClr val="00C3B1"/>
              </a:solidFill>
            </a:endParaRPr>
          </a:p>
        </p:txBody>
      </p:sp>
      <p:sp>
        <p:nvSpPr>
          <p:cNvPr id="486" name="Google Shape;486;p38"/>
          <p:cNvSpPr txBox="1">
            <a:spLocks noGrp="1"/>
          </p:cNvSpPr>
          <p:nvPr>
            <p:ph type="subTitle" idx="9"/>
          </p:nvPr>
        </p:nvSpPr>
        <p:spPr>
          <a:xfrm>
            <a:off x="980163" y="1202863"/>
            <a:ext cx="34572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Démarrage précipité</a:t>
            </a:r>
            <a:endParaRPr sz="1800"/>
          </a:p>
        </p:txBody>
      </p:sp>
      <p:sp>
        <p:nvSpPr>
          <p:cNvPr id="487" name="Google Shape;487;p38"/>
          <p:cNvSpPr txBox="1">
            <a:spLocks noGrp="1"/>
          </p:cNvSpPr>
          <p:nvPr>
            <p:ph type="subTitle" idx="13"/>
          </p:nvPr>
        </p:nvSpPr>
        <p:spPr>
          <a:xfrm>
            <a:off x="5390429" y="109034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Temporiser</a:t>
            </a:r>
            <a:endParaRPr sz="1800"/>
          </a:p>
        </p:txBody>
      </p:sp>
      <p:sp>
        <p:nvSpPr>
          <p:cNvPr id="488" name="Google Shape;488;p38"/>
          <p:cNvSpPr txBox="1">
            <a:spLocks noGrp="1"/>
          </p:cNvSpPr>
          <p:nvPr>
            <p:ph type="subTitle" idx="14"/>
          </p:nvPr>
        </p:nvSpPr>
        <p:spPr>
          <a:xfrm>
            <a:off x="980163" y="2269888"/>
            <a:ext cx="3980400" cy="54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Bannissement persistant</a:t>
            </a:r>
            <a:endParaRPr sz="1800">
              <a:solidFill>
                <a:srgbClr val="1C1C1B"/>
              </a:solidFill>
            </a:endParaRPr>
          </a:p>
        </p:txBody>
      </p:sp>
      <p:sp>
        <p:nvSpPr>
          <p:cNvPr id="489" name="Google Shape;489;p38"/>
          <p:cNvSpPr txBox="1">
            <a:spLocks noGrp="1"/>
          </p:cNvSpPr>
          <p:nvPr>
            <p:ph type="subTitle" idx="15"/>
          </p:nvPr>
        </p:nvSpPr>
        <p:spPr>
          <a:xfrm>
            <a:off x="5390433" y="2269888"/>
            <a:ext cx="2449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Liste noire</a:t>
            </a:r>
            <a:endParaRPr sz="1800"/>
          </a:p>
        </p:txBody>
      </p:sp>
      <p:sp>
        <p:nvSpPr>
          <p:cNvPr id="490" name="Google Shape;490;p38"/>
          <p:cNvSpPr txBox="1">
            <a:spLocks noGrp="1"/>
          </p:cNvSpPr>
          <p:nvPr>
            <p:ph type="subTitle" idx="3"/>
          </p:nvPr>
        </p:nvSpPr>
        <p:spPr>
          <a:xfrm>
            <a:off x="980163" y="3867316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Problème de redirection des membres</a:t>
            </a:r>
            <a:endParaRPr sz="1200"/>
          </a:p>
        </p:txBody>
      </p:sp>
      <p:sp>
        <p:nvSpPr>
          <p:cNvPr id="491" name="Google Shape;491;p38"/>
          <p:cNvSpPr txBox="1">
            <a:spLocks noGrp="1"/>
          </p:cNvSpPr>
          <p:nvPr>
            <p:ph type="subTitle" idx="4"/>
          </p:nvPr>
        </p:nvSpPr>
        <p:spPr>
          <a:xfrm>
            <a:off x="5390429" y="4168291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MàJ le numéro de port et relancer l’affichage</a:t>
            </a:r>
            <a:endParaRPr sz="1200"/>
          </a:p>
        </p:txBody>
      </p:sp>
      <p:sp>
        <p:nvSpPr>
          <p:cNvPr id="492" name="Google Shape;492;p38"/>
          <p:cNvSpPr txBox="1">
            <a:spLocks noGrp="1"/>
          </p:cNvSpPr>
          <p:nvPr>
            <p:ph type="subTitle" idx="14"/>
          </p:nvPr>
        </p:nvSpPr>
        <p:spPr>
          <a:xfrm>
            <a:off x="980163" y="3505113"/>
            <a:ext cx="30168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Fusion de groupes</a:t>
            </a:r>
            <a:endParaRPr sz="1800"/>
          </a:p>
        </p:txBody>
      </p:sp>
      <p:sp>
        <p:nvSpPr>
          <p:cNvPr id="493" name="Google Shape;493;p38"/>
          <p:cNvSpPr txBox="1">
            <a:spLocks noGrp="1"/>
          </p:cNvSpPr>
          <p:nvPr>
            <p:ph type="subTitle" idx="15"/>
          </p:nvPr>
        </p:nvSpPr>
        <p:spPr>
          <a:xfrm>
            <a:off x="5390424" y="3753825"/>
            <a:ext cx="28287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MàJ dynamique des variables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ckets Lesson for Coding and Programming by Slidesgo">
  <a:themeElements>
    <a:clrScheme name="Simple Light">
      <a:dk1>
        <a:srgbClr val="383838"/>
      </a:dk1>
      <a:lt1>
        <a:srgbClr val="F9F9F9"/>
      </a:lt1>
      <a:dk2>
        <a:srgbClr val="FFE3E3"/>
      </a:dk2>
      <a:lt2>
        <a:srgbClr val="FF807D"/>
      </a:lt2>
      <a:accent1>
        <a:srgbClr val="FF6E6B"/>
      </a:accent1>
      <a:accent2>
        <a:srgbClr val="E95856"/>
      </a:accent2>
      <a:accent3>
        <a:srgbClr val="ABC8F4"/>
      </a:accent3>
      <a:accent4>
        <a:srgbClr val="2E7DF4"/>
      </a:accent4>
      <a:accent5>
        <a:srgbClr val="0E66EB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155</Words>
  <Application>Microsoft Office PowerPoint</Application>
  <PresentationFormat>Affichage à l'écran (16:9)</PresentationFormat>
  <Paragraphs>42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4" baseType="lpstr">
      <vt:lpstr>Anaheim</vt:lpstr>
      <vt:lpstr>Arial</vt:lpstr>
      <vt:lpstr>Bebas Neue</vt:lpstr>
      <vt:lpstr>Lato</vt:lpstr>
      <vt:lpstr>Lato Light</vt:lpstr>
      <vt:lpstr>Nunito Light</vt:lpstr>
      <vt:lpstr>Poppins</vt:lpstr>
      <vt:lpstr>PT Sans</vt:lpstr>
      <vt:lpstr>Brackets Lesson for Coding and Programming by Slidesgo</vt:lpstr>
      <vt:lpstr>Projet ISY</vt:lpstr>
      <vt:lpstr>Présentation PowerPoint</vt:lpstr>
      <vt:lpstr>Présentation PowerPoint</vt:lpstr>
      <vt:lpstr>Roadmap du projet</vt:lpstr>
      <vt:lpstr>Difficultés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Thomas</dc:creator>
  <cp:lastModifiedBy>nicolas.prudhomme26@gmail.com</cp:lastModifiedBy>
  <cp:revision>4</cp:revision>
  <dcterms:modified xsi:type="dcterms:W3CDTF">2025-12-19T10:57:25Z</dcterms:modified>
</cp:coreProperties>
</file>